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ublic Sans" charset="1" panose="00000000000000000000"/>
      <p:regular r:id="rId13"/>
    </p:embeddedFont>
    <p:embeddedFont>
      <p:font typeface="Public Sans Bold" charset="1" panose="00000000000000000000"/>
      <p:regular r:id="rId14"/>
    </p:embeddedFont>
    <p:embeddedFont>
      <p:font typeface="Public Sans Medium" charset="1" panose="00000000000000000000"/>
      <p:regular r:id="rId15"/>
    </p:embeddedFont>
    <p:embeddedFont>
      <p:font typeface="Public Sans Thin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8292" y="5815012"/>
            <a:ext cx="11251416" cy="1308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spc="2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ALIF FIKKRI FERNANDO</a:t>
            </a:r>
          </a:p>
          <a:p>
            <a:pPr algn="ctr">
              <a:lnSpc>
                <a:spcPts val="3499"/>
              </a:lnSpc>
            </a:pPr>
            <a:r>
              <a:rPr lang="en-US" sz="2499" spc="249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(E41240005)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 spc="250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GOLONGAN 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164235" y="3773488"/>
            <a:ext cx="1195953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 spc="-24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GESTURE APP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93110"/>
            <a:ext cx="10879024" cy="987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21"/>
              </a:lnSpc>
            </a:pPr>
            <a:r>
              <a:rPr lang="en-US" b="true" sz="6434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LATAR BELAKANG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444936"/>
            <a:ext cx="13839776" cy="708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30"/>
              </a:lnSpc>
              <a:spcBef>
                <a:spcPct val="0"/>
              </a:spcBef>
            </a:pPr>
            <a:r>
              <a:rPr lang="en-US" sz="4021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Lata</a:t>
            </a: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r Belakang</a:t>
            </a:r>
          </a:p>
          <a:p>
            <a:pPr algn="l" marL="868319" indent="-434160" lvl="1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Perkembangan mobile menuntut aplikasi interaktif &amp; intuitif</a:t>
            </a:r>
          </a:p>
          <a:p>
            <a:pPr algn="l" marL="868319" indent="-434160" lvl="1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Gesture = interaksi berbasis sentuhan (tap, drag, scale)</a:t>
            </a:r>
          </a:p>
          <a:p>
            <a:pPr algn="l" marL="868319" indent="-434160" lvl="1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Membuat aplikasi:</a:t>
            </a:r>
          </a:p>
          <a:p>
            <a:pPr algn="l" marL="1736639" indent="-578880" lvl="2">
              <a:lnSpc>
                <a:spcPts val="5630"/>
              </a:lnSpc>
              <a:spcBef>
                <a:spcPct val="0"/>
              </a:spcBef>
              <a:buFont typeface="Arial"/>
              <a:buChar char="⚬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Lebih mudah digunakan</a:t>
            </a:r>
          </a:p>
          <a:p>
            <a:pPr algn="l" marL="1736639" indent="-578880" lvl="2">
              <a:lnSpc>
                <a:spcPts val="5630"/>
              </a:lnSpc>
              <a:spcBef>
                <a:spcPct val="0"/>
              </a:spcBef>
              <a:buFont typeface="Arial"/>
              <a:buChar char="⚬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Lebih responsif</a:t>
            </a:r>
          </a:p>
          <a:p>
            <a:pPr algn="l" marL="1736639" indent="-578880" lvl="2">
              <a:lnSpc>
                <a:spcPts val="5630"/>
              </a:lnSpc>
              <a:spcBef>
                <a:spcPct val="0"/>
              </a:spcBef>
              <a:buFont typeface="Arial"/>
              <a:buChar char="⚬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Lebih menarik</a:t>
            </a:r>
          </a:p>
          <a:p>
            <a:pPr algn="l" marL="868319" indent="-434160" lvl="1">
              <a:lnSpc>
                <a:spcPts val="5630"/>
              </a:lnSpc>
              <a:spcBef>
                <a:spcPct val="0"/>
              </a:spcBef>
              <a:buFont typeface="Arial"/>
              <a:buChar char="•"/>
            </a:pPr>
            <a:r>
              <a:rPr lang="en-US" sz="4021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Flutter menggunakan GestureDetector untuk gesture</a:t>
            </a:r>
          </a:p>
          <a:p>
            <a:pPr algn="l" marL="0" indent="0" lvl="0">
              <a:lnSpc>
                <a:spcPts val="563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1653" y="962025"/>
            <a:ext cx="6985454" cy="8882367"/>
            <a:chOff x="0" y="0"/>
            <a:chExt cx="9313939" cy="118431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13939" cy="6132499"/>
            </a:xfrm>
            <a:custGeom>
              <a:avLst/>
              <a:gdLst/>
              <a:ahLst/>
              <a:cxnLst/>
              <a:rect r="r" b="b" t="t" l="l"/>
              <a:pathLst>
                <a:path h="6132499" w="9313939">
                  <a:moveTo>
                    <a:pt x="0" y="0"/>
                  </a:moveTo>
                  <a:lnTo>
                    <a:pt x="9313939" y="0"/>
                  </a:lnTo>
                  <a:lnTo>
                    <a:pt x="9313939" y="6132499"/>
                  </a:lnTo>
                  <a:lnTo>
                    <a:pt x="0" y="61324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6132499"/>
              <a:ext cx="9313939" cy="5710657"/>
            </a:xfrm>
            <a:custGeom>
              <a:avLst/>
              <a:gdLst/>
              <a:ahLst/>
              <a:cxnLst/>
              <a:rect r="r" b="b" t="t" l="l"/>
              <a:pathLst>
                <a:path h="5710657" w="9313939">
                  <a:moveTo>
                    <a:pt x="0" y="0"/>
                  </a:moveTo>
                  <a:lnTo>
                    <a:pt x="9313939" y="0"/>
                  </a:lnTo>
                  <a:lnTo>
                    <a:pt x="9313939" y="5710657"/>
                  </a:lnTo>
                  <a:lnTo>
                    <a:pt x="0" y="57106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8987936" y="942975"/>
            <a:ext cx="6591300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420"/>
              </a:lnSpc>
            </a:pPr>
            <a:r>
              <a:rPr lang="en-US" b="true" sz="785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Penjelasan Kode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87936" y="3409937"/>
            <a:ext cx="5476109" cy="6434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material.dart → komponen </a:t>
            </a: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UI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Import page → navigasi halaman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HomePage → halaman utama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GridView.builder → tampilkan menu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GestureDetector → deteksi tap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Navigator.push → pindah halaman</a:t>
            </a:r>
          </a:p>
          <a:p>
            <a:pPr algn="l" marL="604519" indent="-302260" lvl="1">
              <a:lnSpc>
                <a:spcPts val="3919"/>
              </a:lnSpc>
              <a:buAutoNum type="arabicPeriod" startAt="1"/>
            </a:pPr>
            <a:r>
              <a:rPr lang="en-US" sz="279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AnimatedContainer → animasi tampilan</a:t>
            </a:r>
          </a:p>
          <a:p>
            <a:pPr algn="l" marL="604520" indent="-302260" lvl="1">
              <a:lnSpc>
                <a:spcPts val="3919"/>
              </a:lnSpc>
              <a:buAutoNum type="arabicPeriod" startAt="1"/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466804"/>
            <a:ext cx="3186297" cy="630463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79" r="0" b="-1079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808145" y="2438022"/>
            <a:ext cx="13030200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240"/>
              </a:lnSpc>
            </a:pPr>
            <a:r>
              <a:rPr lang="en-US" b="true" sz="7700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Dr</a:t>
            </a:r>
            <a:r>
              <a:rPr lang="en-US" b="true" sz="7700" u="non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ag Movement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7188" y="3896639"/>
            <a:ext cx="13724396" cy="312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nggeser objek di layar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 onPanUpdate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Posisi (x, y) diperbarui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Objek bergerak mengikuti jari</a:t>
            </a:r>
          </a:p>
          <a:p>
            <a:pPr algn="l">
              <a:lnSpc>
                <a:spcPts val="4954"/>
              </a:lnSpc>
            </a:pP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214997" y="3982364"/>
            <a:ext cx="3186297" cy="6304636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-1259" t="0" r="-1259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466804"/>
            <a:ext cx="3186297" cy="630463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131" t="0" r="-2131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936809" y="2438022"/>
            <a:ext cx="10901536" cy="98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0"/>
              </a:lnSpc>
            </a:pPr>
            <a:r>
              <a:rPr lang="en-US" b="true" sz="6442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Scale Inter</a:t>
            </a:r>
            <a:r>
              <a:rPr lang="en-US" b="true" sz="6442" u="non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action (Zoom)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7188" y="3896639"/>
            <a:ext cx="13724396" cy="3125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Memperb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esar / memperkecil objek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 onScaleUpdate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Berda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sarkan jarak antar jari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U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kuran berubah secara real-time</a:t>
            </a:r>
          </a:p>
          <a:p>
            <a:pPr algn="l">
              <a:lnSpc>
                <a:spcPts val="4954"/>
              </a:lnSpc>
            </a:pP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214997" y="3982364"/>
            <a:ext cx="3186297" cy="6304636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854" r="0" b="-854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28700" y="466804"/>
            <a:ext cx="3186297" cy="6304636"/>
            <a:chOff x="0" y="0"/>
            <a:chExt cx="2620010" cy="51841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2"/>
              <a:stretch>
                <a:fillRect l="-259" t="0" r="-259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147570" y="2629415"/>
            <a:ext cx="10901536" cy="98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730"/>
              </a:lnSpc>
            </a:pPr>
            <a:r>
              <a:rPr lang="en-US" b="true" sz="6442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Tap Inter</a:t>
            </a:r>
            <a:r>
              <a:rPr lang="en-US" b="true" sz="6442" u="none">
                <a:solidFill>
                  <a:srgbClr val="FFFFFF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action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7188" y="3583627"/>
            <a:ext cx="13724396" cy="37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Respon saat layar dis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entuh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Awal: kotak kecil (hijau)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Tap → ukuran membesar &amp; warna berubah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Menggunakan onTap + setState()</a:t>
            </a:r>
          </a:p>
          <a:p>
            <a:pPr algn="l" marL="764071" indent="-382035" lvl="1">
              <a:lnSpc>
                <a:spcPts val="4954"/>
              </a:lnSpc>
              <a:buAutoNum type="arabicPeriod" startAt="1"/>
            </a:pP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Anima</a:t>
            </a:r>
            <a:r>
              <a:rPr lang="en-US" sz="3539" u="none">
                <a:solidFill>
                  <a:srgbClr val="FFFFFF"/>
                </a:solidFill>
                <a:latin typeface="Public Sans Thin"/>
                <a:ea typeface="Public Sans Thin"/>
                <a:cs typeface="Public Sans Thin"/>
                <a:sym typeface="Public Sans Thin"/>
              </a:rPr>
              <a:t>si dengan AnimatedContainer</a:t>
            </a:r>
          </a:p>
          <a:p>
            <a:pPr algn="l">
              <a:lnSpc>
                <a:spcPts val="4954"/>
              </a:lnSpc>
            </a:pP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4214997" y="3982364"/>
            <a:ext cx="3186297" cy="6304636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876" r="0" b="-1876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52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64235" y="3773488"/>
            <a:ext cx="1195953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b="true" sz="12000" spc="-240">
                <a:solidFill>
                  <a:srgbClr val="FFFFFF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DAHFmMk8xPg</dc:identifier>
  <dcterms:modified xsi:type="dcterms:W3CDTF">2011-08-01T06:04:30Z</dcterms:modified>
  <cp:revision>1</cp:revision>
  <dc:title>E41240005_ALIF FIKKRI FERNANDO_GESTURE APP</dc:title>
</cp:coreProperties>
</file>