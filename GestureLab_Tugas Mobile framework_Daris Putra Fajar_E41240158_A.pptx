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grandir Tight Bold" charset="1" panose="00000808000000000000"/>
      <p:regular r:id="rId11"/>
    </p:embeddedFont>
    <p:embeddedFont>
      <p:font typeface="Aleo Bold" charset="1" panose="020F0802020204030203"/>
      <p:regular r:id="rId12"/>
    </p:embeddedFont>
    <p:embeddedFont>
      <p:font typeface="Aleo" charset="1" panose="020F05020202040302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73737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97001" y="8818822"/>
            <a:ext cx="4693997" cy="878957"/>
            <a:chOff x="0" y="0"/>
            <a:chExt cx="1236279" cy="2314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6279" cy="231495"/>
            </a:xfrm>
            <a:custGeom>
              <a:avLst/>
              <a:gdLst/>
              <a:ahLst/>
              <a:cxnLst/>
              <a:rect r="r" b="b" t="t" l="l"/>
              <a:pathLst>
                <a:path h="231495" w="1236279">
                  <a:moveTo>
                    <a:pt x="84115" y="0"/>
                  </a:moveTo>
                  <a:lnTo>
                    <a:pt x="1152164" y="0"/>
                  </a:lnTo>
                  <a:cubicBezTo>
                    <a:pt x="1174472" y="0"/>
                    <a:pt x="1195868" y="8862"/>
                    <a:pt x="1211642" y="24637"/>
                  </a:cubicBezTo>
                  <a:cubicBezTo>
                    <a:pt x="1227417" y="40412"/>
                    <a:pt x="1236279" y="61807"/>
                    <a:pt x="1236279" y="84115"/>
                  </a:cubicBezTo>
                  <a:lnTo>
                    <a:pt x="1236279" y="147379"/>
                  </a:lnTo>
                  <a:cubicBezTo>
                    <a:pt x="1236279" y="193835"/>
                    <a:pt x="1198619" y="231495"/>
                    <a:pt x="1152164" y="231495"/>
                  </a:cubicBezTo>
                  <a:lnTo>
                    <a:pt x="84115" y="231495"/>
                  </a:lnTo>
                  <a:cubicBezTo>
                    <a:pt x="61807" y="231495"/>
                    <a:pt x="40412" y="222633"/>
                    <a:pt x="24637" y="206858"/>
                  </a:cubicBezTo>
                  <a:cubicBezTo>
                    <a:pt x="8862" y="191083"/>
                    <a:pt x="0" y="169688"/>
                    <a:pt x="0" y="147379"/>
                  </a:cubicBezTo>
                  <a:lnTo>
                    <a:pt x="0" y="84115"/>
                  </a:lnTo>
                  <a:cubicBezTo>
                    <a:pt x="0" y="37660"/>
                    <a:pt x="37660" y="0"/>
                    <a:pt x="84115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36279" cy="269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193043" y="215018"/>
            <a:ext cx="2642257" cy="264225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68470" y="7055521"/>
            <a:ext cx="2642257" cy="264225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128242" y="5625373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420895" y="2088448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445534" y="5869420"/>
            <a:ext cx="5032761" cy="5014460"/>
          </a:xfrm>
          <a:custGeom>
            <a:avLst/>
            <a:gdLst/>
            <a:ahLst/>
            <a:cxnLst/>
            <a:rect r="r" b="b" t="t" l="l"/>
            <a:pathLst>
              <a:path h="5014460" w="5032761">
                <a:moveTo>
                  <a:pt x="0" y="0"/>
                </a:moveTo>
                <a:lnTo>
                  <a:pt x="5032761" y="0"/>
                </a:lnTo>
                <a:lnTo>
                  <a:pt x="5032761" y="5014460"/>
                </a:lnTo>
                <a:lnTo>
                  <a:pt x="0" y="5014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512337" y="3081771"/>
            <a:ext cx="13263325" cy="278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0"/>
              </a:lnSpc>
            </a:pPr>
            <a:r>
              <a:rPr lang="en-US" b="true" sz="14000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GESTURE LAB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68470" y="-3478313"/>
            <a:ext cx="5032761" cy="5014460"/>
          </a:xfrm>
          <a:custGeom>
            <a:avLst/>
            <a:gdLst/>
            <a:ahLst/>
            <a:cxnLst/>
            <a:rect r="r" b="b" t="t" l="l"/>
            <a:pathLst>
              <a:path h="5014460" w="5032761">
                <a:moveTo>
                  <a:pt x="0" y="0"/>
                </a:moveTo>
                <a:lnTo>
                  <a:pt x="5032760" y="0"/>
                </a:lnTo>
                <a:lnTo>
                  <a:pt x="5032760" y="5014460"/>
                </a:lnTo>
                <a:lnTo>
                  <a:pt x="0" y="5014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299202" y="8803005"/>
            <a:ext cx="3689597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rPr>
              <a:t>Workshop Mobile Application Framework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99202" y="6308315"/>
            <a:ext cx="3689597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rPr>
              <a:t>Nama : Daris Putra Fajar</a:t>
            </a:r>
          </a:p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rPr>
              <a:t>Nim : E41240158</a:t>
            </a:r>
          </a:p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rPr>
              <a:t>Gol : 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73737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51436" y="2732973"/>
            <a:ext cx="2642257" cy="264225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611996" y="434653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24907" y="-1121745"/>
            <a:ext cx="3868786" cy="3854718"/>
          </a:xfrm>
          <a:custGeom>
            <a:avLst/>
            <a:gdLst/>
            <a:ahLst/>
            <a:cxnLst/>
            <a:rect r="r" b="b" t="t" l="l"/>
            <a:pathLst>
              <a:path h="3854718" w="3868786">
                <a:moveTo>
                  <a:pt x="0" y="0"/>
                </a:moveTo>
                <a:lnTo>
                  <a:pt x="3868786" y="0"/>
                </a:lnTo>
                <a:lnTo>
                  <a:pt x="3868786" y="3854718"/>
                </a:lnTo>
                <a:lnTo>
                  <a:pt x="0" y="3854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069045" y="6953183"/>
            <a:ext cx="5032761" cy="5014460"/>
          </a:xfrm>
          <a:custGeom>
            <a:avLst/>
            <a:gdLst/>
            <a:ahLst/>
            <a:cxnLst/>
            <a:rect r="r" b="b" t="t" l="l"/>
            <a:pathLst>
              <a:path h="5014460" w="5032761">
                <a:moveTo>
                  <a:pt x="0" y="0"/>
                </a:moveTo>
                <a:lnTo>
                  <a:pt x="5032760" y="0"/>
                </a:lnTo>
                <a:lnTo>
                  <a:pt x="5032760" y="5014460"/>
                </a:lnTo>
                <a:lnTo>
                  <a:pt x="0" y="5014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99308" y="8376650"/>
            <a:ext cx="2642257" cy="264225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381125" y="4895783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757105" y="1081973"/>
            <a:ext cx="8130922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KONSEP UTAMA GESTUREDETECTOR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95884" y="3863273"/>
            <a:ext cx="7045606" cy="41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Aleo"/>
                <a:ea typeface="Aleo"/>
                <a:cs typeface="Aleo"/>
                <a:sym typeface="Aleo"/>
              </a:rPr>
              <a:t>GestureDetector adalah widget yang digunakan untuk mendeteksi interaksi user pada layar, seperti: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leo"/>
                <a:ea typeface="Aleo"/>
                <a:cs typeface="Aleo"/>
                <a:sym typeface="Aleo"/>
              </a:rPr>
              <a:t>Tap (klik)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leo"/>
                <a:ea typeface="Aleo"/>
                <a:cs typeface="Aleo"/>
                <a:sym typeface="Aleo"/>
              </a:rPr>
              <a:t>Drag (geser)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leo"/>
                <a:ea typeface="Aleo"/>
                <a:cs typeface="Aleo"/>
                <a:sym typeface="Aleo"/>
              </a:rPr>
              <a:t>Scale (zoom)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Aleo"/>
                <a:ea typeface="Aleo"/>
                <a:cs typeface="Aleo"/>
                <a:sym typeface="Aleo"/>
              </a:rPr>
              <a:t>Tanpa ini, aplikasi tidak bisa merespon sentuhan user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516213" y="3920423"/>
            <a:ext cx="5816761" cy="4086969"/>
          </a:xfrm>
          <a:custGeom>
            <a:avLst/>
            <a:gdLst/>
            <a:ahLst/>
            <a:cxnLst/>
            <a:rect r="r" b="b" t="t" l="l"/>
            <a:pathLst>
              <a:path h="4086969" w="5816761">
                <a:moveTo>
                  <a:pt x="0" y="0"/>
                </a:moveTo>
                <a:lnTo>
                  <a:pt x="5816761" y="0"/>
                </a:lnTo>
                <a:lnTo>
                  <a:pt x="5816761" y="4086969"/>
                </a:lnTo>
                <a:lnTo>
                  <a:pt x="0" y="40869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73737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51436" y="2732973"/>
            <a:ext cx="2642257" cy="264225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611996" y="434653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24907" y="-1121745"/>
            <a:ext cx="3868786" cy="3854718"/>
          </a:xfrm>
          <a:custGeom>
            <a:avLst/>
            <a:gdLst/>
            <a:ahLst/>
            <a:cxnLst/>
            <a:rect r="r" b="b" t="t" l="l"/>
            <a:pathLst>
              <a:path h="3854718" w="3868786">
                <a:moveTo>
                  <a:pt x="0" y="0"/>
                </a:moveTo>
                <a:lnTo>
                  <a:pt x="3868786" y="0"/>
                </a:lnTo>
                <a:lnTo>
                  <a:pt x="3868786" y="3854718"/>
                </a:lnTo>
                <a:lnTo>
                  <a:pt x="0" y="3854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069045" y="6953183"/>
            <a:ext cx="5032761" cy="5014460"/>
          </a:xfrm>
          <a:custGeom>
            <a:avLst/>
            <a:gdLst/>
            <a:ahLst/>
            <a:cxnLst/>
            <a:rect r="r" b="b" t="t" l="l"/>
            <a:pathLst>
              <a:path h="5014460" w="5032761">
                <a:moveTo>
                  <a:pt x="0" y="0"/>
                </a:moveTo>
                <a:lnTo>
                  <a:pt x="5032760" y="0"/>
                </a:lnTo>
                <a:lnTo>
                  <a:pt x="5032760" y="5014460"/>
                </a:lnTo>
                <a:lnTo>
                  <a:pt x="0" y="5014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99308" y="8376650"/>
            <a:ext cx="2642257" cy="264225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381125" y="4895783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034042" y="4776243"/>
            <a:ext cx="7143978" cy="1595257"/>
          </a:xfrm>
          <a:custGeom>
            <a:avLst/>
            <a:gdLst/>
            <a:ahLst/>
            <a:cxnLst/>
            <a:rect r="r" b="b" t="t" l="l"/>
            <a:pathLst>
              <a:path h="1595257" w="7143978">
                <a:moveTo>
                  <a:pt x="0" y="0"/>
                </a:moveTo>
                <a:lnTo>
                  <a:pt x="7143978" y="0"/>
                </a:lnTo>
                <a:lnTo>
                  <a:pt x="7143978" y="1595258"/>
                </a:lnTo>
                <a:lnTo>
                  <a:pt x="0" y="1595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36479" y="2222789"/>
            <a:ext cx="6317616" cy="2149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3"/>
              </a:lnSpc>
            </a:pPr>
            <a:r>
              <a:rPr lang="en-US" sz="5702" b="true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FUNGSI GESTUREDETECTOR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87763" y="2785891"/>
            <a:ext cx="6197654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Aleo"/>
                <a:ea typeface="Aleo"/>
                <a:cs typeface="Aleo"/>
                <a:sym typeface="Aleo"/>
              </a:rPr>
              <a:t>onTap mendeteksi tap pada menu, saat user menekan menu sistem menangkap event tersebut Lalu menjalankan aksi (navigasi)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87763" y="5264218"/>
            <a:ext cx="619765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Aleo"/>
                <a:ea typeface="Aleo"/>
                <a:cs typeface="Aleo"/>
                <a:sym typeface="Aleo"/>
              </a:rPr>
              <a:t>jadi widget tersebut untuk menjalankan aksi pada widget saat menekan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78020" y="2738266"/>
            <a:ext cx="1067433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4999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95190" y="5329622"/>
            <a:ext cx="1067433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4999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73737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51436" y="2732973"/>
            <a:ext cx="2642257" cy="264225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611996" y="434653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24907" y="-1121745"/>
            <a:ext cx="3868786" cy="3854718"/>
          </a:xfrm>
          <a:custGeom>
            <a:avLst/>
            <a:gdLst/>
            <a:ahLst/>
            <a:cxnLst/>
            <a:rect r="r" b="b" t="t" l="l"/>
            <a:pathLst>
              <a:path h="3854718" w="3868786">
                <a:moveTo>
                  <a:pt x="0" y="0"/>
                </a:moveTo>
                <a:lnTo>
                  <a:pt x="3868786" y="0"/>
                </a:lnTo>
                <a:lnTo>
                  <a:pt x="3868786" y="3854718"/>
                </a:lnTo>
                <a:lnTo>
                  <a:pt x="0" y="3854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069045" y="6953183"/>
            <a:ext cx="5032761" cy="5014460"/>
          </a:xfrm>
          <a:custGeom>
            <a:avLst/>
            <a:gdLst/>
            <a:ahLst/>
            <a:cxnLst/>
            <a:rect r="r" b="b" t="t" l="l"/>
            <a:pathLst>
              <a:path h="5014460" w="5032761">
                <a:moveTo>
                  <a:pt x="0" y="0"/>
                </a:moveTo>
                <a:lnTo>
                  <a:pt x="5032760" y="0"/>
                </a:lnTo>
                <a:lnTo>
                  <a:pt x="5032760" y="5014460"/>
                </a:lnTo>
                <a:lnTo>
                  <a:pt x="0" y="5014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99308" y="8376650"/>
            <a:ext cx="2642257" cy="264225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381125" y="4895783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473249" y="1228023"/>
            <a:ext cx="7341502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ALUR INTERAKSI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02531" y="3761673"/>
            <a:ext cx="4624673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Aleo"/>
                <a:ea typeface="Aleo"/>
                <a:cs typeface="Aleo"/>
                <a:sym typeface="Aleo"/>
              </a:rPr>
              <a:t>Pada saat user menyentuh layar yang terdeteksi sebuah aksi (tap) kemudian GestureDetector menangkap ada sebuah input</a:t>
            </a:r>
          </a:p>
          <a:p>
            <a:pPr algn="l">
              <a:lnSpc>
                <a:spcPts val="3640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2741626" y="3618120"/>
            <a:ext cx="1169756" cy="116975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792788" y="3714048"/>
            <a:ext cx="1067433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4999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21972" y="3761673"/>
            <a:ext cx="4624673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Aleo"/>
                <a:ea typeface="Aleo"/>
                <a:cs typeface="Aleo"/>
                <a:sym typeface="Aleo"/>
              </a:rPr>
              <a:t>Event onTap dipanggil lalu Navigator.push() dijalankan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Aleo"/>
                <a:ea typeface="Aleo"/>
                <a:cs typeface="Aleo"/>
                <a:sym typeface="Aleo"/>
              </a:rPr>
              <a:t>Halaman baru terbuka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61067" y="3618120"/>
            <a:ext cx="1169756" cy="116975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612229" y="3714048"/>
            <a:ext cx="1067433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4999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73737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97001" y="8818822"/>
            <a:ext cx="4693997" cy="878957"/>
            <a:chOff x="0" y="0"/>
            <a:chExt cx="1236279" cy="2314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6279" cy="231495"/>
            </a:xfrm>
            <a:custGeom>
              <a:avLst/>
              <a:gdLst/>
              <a:ahLst/>
              <a:cxnLst/>
              <a:rect r="r" b="b" t="t" l="l"/>
              <a:pathLst>
                <a:path h="231495" w="1236279">
                  <a:moveTo>
                    <a:pt x="84115" y="0"/>
                  </a:moveTo>
                  <a:lnTo>
                    <a:pt x="1152164" y="0"/>
                  </a:lnTo>
                  <a:cubicBezTo>
                    <a:pt x="1174472" y="0"/>
                    <a:pt x="1195868" y="8862"/>
                    <a:pt x="1211642" y="24637"/>
                  </a:cubicBezTo>
                  <a:cubicBezTo>
                    <a:pt x="1227417" y="40412"/>
                    <a:pt x="1236279" y="61807"/>
                    <a:pt x="1236279" y="84115"/>
                  </a:cubicBezTo>
                  <a:lnTo>
                    <a:pt x="1236279" y="147379"/>
                  </a:lnTo>
                  <a:cubicBezTo>
                    <a:pt x="1236279" y="193835"/>
                    <a:pt x="1198619" y="231495"/>
                    <a:pt x="1152164" y="231495"/>
                  </a:cubicBezTo>
                  <a:lnTo>
                    <a:pt x="84115" y="231495"/>
                  </a:lnTo>
                  <a:cubicBezTo>
                    <a:pt x="61807" y="231495"/>
                    <a:pt x="40412" y="222633"/>
                    <a:pt x="24637" y="206858"/>
                  </a:cubicBezTo>
                  <a:cubicBezTo>
                    <a:pt x="8862" y="191083"/>
                    <a:pt x="0" y="169688"/>
                    <a:pt x="0" y="147379"/>
                  </a:cubicBezTo>
                  <a:lnTo>
                    <a:pt x="0" y="84115"/>
                  </a:lnTo>
                  <a:cubicBezTo>
                    <a:pt x="0" y="37660"/>
                    <a:pt x="37660" y="0"/>
                    <a:pt x="84115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36279" cy="269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193043" y="215018"/>
            <a:ext cx="2642257" cy="264225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68470" y="7055521"/>
            <a:ext cx="2642257" cy="264225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128242" y="5625373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420895" y="2088448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445534" y="5869420"/>
            <a:ext cx="5032761" cy="5014460"/>
          </a:xfrm>
          <a:custGeom>
            <a:avLst/>
            <a:gdLst/>
            <a:ahLst/>
            <a:cxnLst/>
            <a:rect r="r" b="b" t="t" l="l"/>
            <a:pathLst>
              <a:path h="5014460" w="5032761">
                <a:moveTo>
                  <a:pt x="0" y="0"/>
                </a:moveTo>
                <a:lnTo>
                  <a:pt x="5032761" y="0"/>
                </a:lnTo>
                <a:lnTo>
                  <a:pt x="5032761" y="5014460"/>
                </a:lnTo>
                <a:lnTo>
                  <a:pt x="0" y="5014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95635" y="3081771"/>
            <a:ext cx="11296729" cy="278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0"/>
              </a:lnSpc>
            </a:pPr>
            <a:r>
              <a:rPr lang="en-US" b="true" sz="14000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THANK YOU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68470" y="-3478313"/>
            <a:ext cx="5032761" cy="5014460"/>
          </a:xfrm>
          <a:custGeom>
            <a:avLst/>
            <a:gdLst/>
            <a:ahLst/>
            <a:cxnLst/>
            <a:rect r="r" b="b" t="t" l="l"/>
            <a:pathLst>
              <a:path h="5014460" w="5032761">
                <a:moveTo>
                  <a:pt x="0" y="0"/>
                </a:moveTo>
                <a:lnTo>
                  <a:pt x="5032760" y="0"/>
                </a:lnTo>
                <a:lnTo>
                  <a:pt x="5032760" y="5014460"/>
                </a:lnTo>
                <a:lnTo>
                  <a:pt x="0" y="5014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DAHFnQ-fXrQ</dc:identifier>
  <dcterms:modified xsi:type="dcterms:W3CDTF">2011-08-01T06:04:30Z</dcterms:modified>
  <cp:revision>1</cp:revision>
  <dc:title>White Grey Professional Minimalist Project Presentation</dc:title>
</cp:coreProperties>
</file>