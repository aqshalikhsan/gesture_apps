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embedTrueTypeFonts="1"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Lst>
  <p:sldSz cy="10287000" cx="18288000"/>
  <p:notesSz cx="6858000" cy="9144000"/>
  <p:embeddedFontLst>
    <p:embeddedFont>
      <p:font typeface="Fraunces Semi-Bold" panose="00000000000000000000" charset="1"/>
      <p:regular r:id="rId10"/>
    </p:embeddedFont>
    <p:embeddedFont>
      <p:font typeface="DM Sans" panose="00000000000000000000" charset="1"/>
      <p:regular r:id="rId11"/>
    </p:embeddedFont>
    <p:embeddedFont>
      <p:font typeface="Fraunces Heavy" panose="00000000000000000000" charset="1"/>
      <p:regular r:id="rId12"/>
    </p:embeddedFont>
  </p:embeddedFontLst>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font" Target="fonts/font1.fntdata"/><Relationship Id="rId11" Type="http://schemas.openxmlformats.org/officeDocument/2006/relationships/font" Target="fonts/font2.fntdata"/><Relationship Id="rId12" Type="http://schemas.openxmlformats.org/officeDocument/2006/relationships/font" Target="fonts/font3.fntdata"/><Relationship Id="rId13" Type="http://schemas.openxmlformats.org/officeDocument/2006/relationships/tableStyles" Target="tableStyles.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44" name=""/>
        <p:cNvGrpSpPr/>
        <p:nvPr/>
      </p:nvGrpSpPr>
      <p:grpSpPr>
        <a:xfrm>
          <a:off x="0" y="0"/>
          <a:ext cx="0" cy="0"/>
          <a:chOff x="0" y="0"/>
          <a:chExt cx="0" cy="0"/>
        </a:xfrm>
      </p:grpSpPr>
      <p:sp>
        <p:nvSpPr>
          <p:cNvPr id="1048725"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726"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727"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728"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729"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730"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33" name=""/>
        <p:cNvGrpSpPr/>
        <p:nvPr/>
      </p:nvGrpSpPr>
      <p:grpSpPr>
        <a:xfrm>
          <a:off x="0" y="0"/>
          <a:ext cx="0" cy="0"/>
          <a:chOff x="0" y="0"/>
          <a:chExt cx="0" cy="0"/>
        </a:xfrm>
      </p:grpSpPr>
      <p:sp>
        <p:nvSpPr>
          <p:cNvPr id="1048670" name="Title 1"/>
          <p:cNvSpPr>
            <a:spLocks noGrp="1"/>
          </p:cNvSpPr>
          <p:nvPr>
            <p:ph type="ctrTitle"/>
          </p:nvPr>
        </p:nvSpPr>
        <p:spPr>
          <a:xfrm>
            <a:off x="685800" y="2130425"/>
            <a:ext cx="7772400" cy="1470025"/>
          </a:xfrm>
        </p:spPr>
        <p:txBody>
          <a:bodyPr/>
          <a:p>
            <a:r>
              <a:rPr lang="en-US" smtClean="0"/>
              <a:t>Click to edit Master title style</a:t>
            </a:r>
            <a:endParaRPr lang="en-US"/>
          </a:p>
        </p:txBody>
      </p:sp>
      <p:sp>
        <p:nvSpPr>
          <p:cNvPr id="1048671" name="Subtitle 2"/>
          <p:cNvSpPr>
            <a:spLocks noGrp="1"/>
          </p:cNvSpPr>
          <p:nvPr>
            <p:ph type="subTitle" idx="1"/>
          </p:nvPr>
        </p:nvSpPr>
        <p:spPr>
          <a:xfrm>
            <a:off x="1371600" y="3886200"/>
            <a:ext cx="6400800" cy="1752600"/>
          </a:xfrm>
        </p:spPr>
        <p:txBody>
          <a:bodyPr/>
          <a:lstStyle>
            <a:lvl1pPr algn="ctr" indent="0" marL="0">
              <a:buNone/>
              <a:defRPr>
                <a:solidFill>
                  <a:schemeClr val="tx1">
                    <a:tint val="75000"/>
                  </a:schemeClr>
                </a:solidFill>
              </a:defRPr>
            </a:lvl1pPr>
            <a:lvl2pPr algn="ctr" indent="0" marL="457200">
              <a:buNone/>
              <a:defRPr>
                <a:solidFill>
                  <a:schemeClr val="tx1">
                    <a:tint val="75000"/>
                  </a:schemeClr>
                </a:solidFill>
              </a:defRPr>
            </a:lvl2pPr>
            <a:lvl3pPr algn="ctr" indent="0" marL="914400">
              <a:buNone/>
              <a:defRPr>
                <a:solidFill>
                  <a:schemeClr val="tx1">
                    <a:tint val="75000"/>
                  </a:schemeClr>
                </a:solidFill>
              </a:defRPr>
            </a:lvl3pPr>
            <a:lvl4pPr algn="ctr" indent="0" marL="1371600">
              <a:buNone/>
              <a:defRPr>
                <a:solidFill>
                  <a:schemeClr val="tx1">
                    <a:tint val="75000"/>
                  </a:schemeClr>
                </a:solidFill>
              </a:defRPr>
            </a:lvl4pPr>
            <a:lvl5pPr algn="ctr" indent="0" marL="1828800">
              <a:buNone/>
              <a:defRPr>
                <a:solidFill>
                  <a:schemeClr val="tx1">
                    <a:tint val="75000"/>
                  </a:schemeClr>
                </a:solidFill>
              </a:defRPr>
            </a:lvl5pPr>
            <a:lvl6pPr algn="ctr" indent="0" marL="2286000">
              <a:buNone/>
              <a:defRPr>
                <a:solidFill>
                  <a:schemeClr val="tx1">
                    <a:tint val="75000"/>
                  </a:schemeClr>
                </a:solidFill>
              </a:defRPr>
            </a:lvl6pPr>
            <a:lvl7pPr algn="ctr" indent="0" marL="2743200">
              <a:buNone/>
              <a:defRPr>
                <a:solidFill>
                  <a:schemeClr val="tx1">
                    <a:tint val="75000"/>
                  </a:schemeClr>
                </a:solidFill>
              </a:defRPr>
            </a:lvl7pPr>
            <a:lvl8pPr algn="ctr" indent="0" marL="3200400">
              <a:buNone/>
              <a:defRPr>
                <a:solidFill>
                  <a:schemeClr val="tx1">
                    <a:tint val="75000"/>
                  </a:schemeClr>
                </a:solidFill>
              </a:defRPr>
            </a:lvl8pPr>
            <a:lvl9pPr algn="ctr" indent="0" marL="3657600">
              <a:buNone/>
              <a:defRPr>
                <a:solidFill>
                  <a:schemeClr val="tx1">
                    <a:tint val="75000"/>
                  </a:schemeClr>
                </a:solidFill>
              </a:defRPr>
            </a:lvl9pPr>
          </a:lstStyle>
          <a:p>
            <a:r>
              <a:rPr lang="en-US" smtClean="0"/>
              <a:t>Click to edit Master subtitle style</a:t>
            </a:r>
            <a:endParaRPr lang="en-US"/>
          </a:p>
        </p:txBody>
      </p:sp>
      <p:sp>
        <p:nvSpPr>
          <p:cNvPr id="1048672" name="Date Placeholder 3"/>
          <p:cNvSpPr>
            <a:spLocks noGrp="1"/>
          </p:cNvSpPr>
          <p:nvPr>
            <p:ph type="dt" sz="half" idx="10"/>
          </p:nvPr>
        </p:nvSpPr>
        <p:spPr/>
        <p:txBody>
          <a:bodyPr/>
          <a:p>
            <a:fld id="{1D8BD707-D9CF-40AE-B4C6-C98DA3205C09}" type="datetimeFigureOut">
              <a:rPr lang="en-US" smtClean="0"/>
              <a:t>8/1/2011</a:t>
            </a:fld>
            <a:endParaRPr lang="en-US"/>
          </a:p>
        </p:txBody>
      </p:sp>
      <p:sp>
        <p:nvSpPr>
          <p:cNvPr id="1048673" name="Footer Placeholder 4"/>
          <p:cNvSpPr>
            <a:spLocks noGrp="1"/>
          </p:cNvSpPr>
          <p:nvPr>
            <p:ph type="ftr" sz="quarter" idx="11"/>
          </p:nvPr>
        </p:nvSpPr>
        <p:spPr/>
        <p:txBody>
          <a:bodyPr/>
          <a:p>
            <a:endParaRPr lang="en-US"/>
          </a:p>
        </p:txBody>
      </p:sp>
      <p:sp>
        <p:nvSpPr>
          <p:cNvPr id="1048674"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36" name=""/>
        <p:cNvGrpSpPr/>
        <p:nvPr/>
      </p:nvGrpSpPr>
      <p:grpSpPr>
        <a:xfrm>
          <a:off x="0" y="0"/>
          <a:ext cx="0" cy="0"/>
          <a:chOff x="0" y="0"/>
          <a:chExt cx="0" cy="0"/>
        </a:xfrm>
      </p:grpSpPr>
      <p:sp>
        <p:nvSpPr>
          <p:cNvPr id="1048684" name="Title 1"/>
          <p:cNvSpPr>
            <a:spLocks noGrp="1"/>
          </p:cNvSpPr>
          <p:nvPr>
            <p:ph type="title"/>
          </p:nvPr>
        </p:nvSpPr>
        <p:spPr/>
        <p:txBody>
          <a:bodyPr/>
          <a:p>
            <a:r>
              <a:rPr lang="en-US" smtClean="0"/>
              <a:t>Click to edit Master title style</a:t>
            </a:r>
            <a:endParaRPr lang="en-US"/>
          </a:p>
        </p:txBody>
      </p:sp>
      <p:sp>
        <p:nvSpPr>
          <p:cNvPr id="1048685" name="Content Placeholder 2"/>
          <p:cNvSpPr>
            <a:spLocks noGrp="1"/>
          </p:cNvSpPr>
          <p:nvPr>
            <p:ph idx="1"/>
          </p:nvPr>
        </p:nvSpPr>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86" name="Date Placeholder 3"/>
          <p:cNvSpPr>
            <a:spLocks noGrp="1"/>
          </p:cNvSpPr>
          <p:nvPr>
            <p:ph type="dt" sz="half" idx="10"/>
          </p:nvPr>
        </p:nvSpPr>
        <p:spPr/>
        <p:txBody>
          <a:bodyPr/>
          <a:p>
            <a:fld id="{1D8BD707-D9CF-40AE-B4C6-C98DA3205C09}" type="datetimeFigureOut">
              <a:rPr lang="en-US" smtClean="0"/>
              <a:t>8/1/2011</a:t>
            </a:fld>
            <a:endParaRPr lang="en-US"/>
          </a:p>
        </p:txBody>
      </p:sp>
      <p:sp>
        <p:nvSpPr>
          <p:cNvPr id="1048687" name="Footer Placeholder 4"/>
          <p:cNvSpPr>
            <a:spLocks noGrp="1"/>
          </p:cNvSpPr>
          <p:nvPr>
            <p:ph type="ftr" sz="quarter" idx="11"/>
          </p:nvPr>
        </p:nvSpPr>
        <p:spPr/>
        <p:txBody>
          <a:bodyPr/>
          <a:p>
            <a:endParaRPr lang="en-US"/>
          </a:p>
        </p:txBody>
      </p:sp>
      <p:sp>
        <p:nvSpPr>
          <p:cNvPr id="1048688"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39" name=""/>
        <p:cNvGrpSpPr/>
        <p:nvPr/>
      </p:nvGrpSpPr>
      <p:grpSpPr>
        <a:xfrm>
          <a:off x="0" y="0"/>
          <a:ext cx="0" cy="0"/>
          <a:chOff x="0" y="0"/>
          <a:chExt cx="0" cy="0"/>
        </a:xfrm>
      </p:grpSpPr>
      <p:sp>
        <p:nvSpPr>
          <p:cNvPr id="1048700" name="Title 1"/>
          <p:cNvSpPr>
            <a:spLocks noGrp="1"/>
          </p:cNvSpPr>
          <p:nvPr>
            <p:ph type="title"/>
          </p:nvPr>
        </p:nvSpPr>
        <p:spPr>
          <a:xfrm>
            <a:off x="722313" y="4406900"/>
            <a:ext cx="7772400" cy="1362075"/>
          </a:xfrm>
        </p:spPr>
        <p:txBody>
          <a:bodyPr anchor="t"/>
          <a:lstStyle>
            <a:lvl1pPr algn="l">
              <a:defRPr b="1" cap="all" sz="4000"/>
            </a:lvl1pPr>
          </a:lstStyle>
          <a:p>
            <a:r>
              <a:rPr lang="en-US" smtClean="0"/>
              <a:t>Click to edit Master title style</a:t>
            </a:r>
            <a:endParaRPr lang="en-US"/>
          </a:p>
        </p:txBody>
      </p:sp>
      <p:sp>
        <p:nvSpPr>
          <p:cNvPr id="1048701" name="Text Placeholder 2"/>
          <p:cNvSpPr>
            <a:spLocks noGrp="1"/>
          </p:cNvSpPr>
          <p:nvPr>
            <p:ph type="body" idx="1"/>
          </p:nvPr>
        </p:nvSpPr>
        <p:spPr>
          <a:xfrm>
            <a:off x="722313" y="2906713"/>
            <a:ext cx="7772400" cy="1500187"/>
          </a:xfrm>
        </p:spPr>
        <p:txBody>
          <a:bodyPr anchor="b"/>
          <a:lstStyle>
            <a:lvl1pPr indent="0" marL="0">
              <a:buNone/>
              <a:defRPr sz="2000">
                <a:solidFill>
                  <a:schemeClr val="tx1">
                    <a:tint val="7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smtClean="0"/>
              <a:t>Click to edit Master text styles</a:t>
            </a:r>
          </a:p>
        </p:txBody>
      </p:sp>
      <p:sp>
        <p:nvSpPr>
          <p:cNvPr id="1048702" name="Date Placeholder 3"/>
          <p:cNvSpPr>
            <a:spLocks noGrp="1"/>
          </p:cNvSpPr>
          <p:nvPr>
            <p:ph type="dt" sz="half" idx="10"/>
          </p:nvPr>
        </p:nvSpPr>
        <p:spPr/>
        <p:txBody>
          <a:bodyPr/>
          <a:p>
            <a:fld id="{1D8BD707-D9CF-40AE-B4C6-C98DA3205C09}" type="datetimeFigureOut">
              <a:rPr lang="en-US" smtClean="0"/>
              <a:t>8/1/2011</a:t>
            </a:fld>
            <a:endParaRPr lang="en-US"/>
          </a:p>
        </p:txBody>
      </p:sp>
      <p:sp>
        <p:nvSpPr>
          <p:cNvPr id="1048703" name="Footer Placeholder 4"/>
          <p:cNvSpPr>
            <a:spLocks noGrp="1"/>
          </p:cNvSpPr>
          <p:nvPr>
            <p:ph type="ftr" sz="quarter" idx="11"/>
          </p:nvPr>
        </p:nvSpPr>
        <p:spPr/>
        <p:txBody>
          <a:bodyPr/>
          <a:p>
            <a:endParaRPr lang="en-US"/>
          </a:p>
        </p:txBody>
      </p:sp>
      <p:sp>
        <p:nvSpPr>
          <p:cNvPr id="1048704"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40" name=""/>
        <p:cNvGrpSpPr/>
        <p:nvPr/>
      </p:nvGrpSpPr>
      <p:grpSpPr>
        <a:xfrm>
          <a:off x="0" y="0"/>
          <a:ext cx="0" cy="0"/>
          <a:chOff x="0" y="0"/>
          <a:chExt cx="0" cy="0"/>
        </a:xfrm>
      </p:grpSpPr>
      <p:sp>
        <p:nvSpPr>
          <p:cNvPr id="1048705" name="Title 1"/>
          <p:cNvSpPr>
            <a:spLocks noGrp="1"/>
          </p:cNvSpPr>
          <p:nvPr>
            <p:ph type="title"/>
          </p:nvPr>
        </p:nvSpPr>
        <p:spPr/>
        <p:txBody>
          <a:bodyPr/>
          <a:p>
            <a:r>
              <a:rPr lang="en-US" smtClean="0"/>
              <a:t>Click to edit Master title style</a:t>
            </a:r>
            <a:endParaRPr lang="en-US"/>
          </a:p>
        </p:txBody>
      </p:sp>
      <p:sp>
        <p:nvSpPr>
          <p:cNvPr id="1048706"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07"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08" name="Date Placeholder 4"/>
          <p:cNvSpPr>
            <a:spLocks noGrp="1"/>
          </p:cNvSpPr>
          <p:nvPr>
            <p:ph type="dt" sz="half" idx="10"/>
          </p:nvPr>
        </p:nvSpPr>
        <p:spPr/>
        <p:txBody>
          <a:bodyPr/>
          <a:p>
            <a:fld id="{1D8BD707-D9CF-40AE-B4C6-C98DA3205C09}" type="datetimeFigureOut">
              <a:rPr lang="en-US" smtClean="0"/>
              <a:t>8/1/2011</a:t>
            </a:fld>
            <a:endParaRPr lang="en-US"/>
          </a:p>
        </p:txBody>
      </p:sp>
      <p:sp>
        <p:nvSpPr>
          <p:cNvPr id="1048709" name="Footer Placeholder 5"/>
          <p:cNvSpPr>
            <a:spLocks noGrp="1"/>
          </p:cNvSpPr>
          <p:nvPr>
            <p:ph type="ftr" sz="quarter" idx="11"/>
          </p:nvPr>
        </p:nvSpPr>
        <p:spPr/>
        <p:txBody>
          <a:bodyPr/>
          <a:p>
            <a:endParaRPr lang="en-US"/>
          </a:p>
        </p:txBody>
      </p:sp>
      <p:sp>
        <p:nvSpPr>
          <p:cNvPr id="1048710" name="Slide Number Placeholder 6"/>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41" name=""/>
        <p:cNvGrpSpPr/>
        <p:nvPr/>
      </p:nvGrpSpPr>
      <p:grpSpPr>
        <a:xfrm>
          <a:off x="0" y="0"/>
          <a:ext cx="0" cy="0"/>
          <a:chOff x="0" y="0"/>
          <a:chExt cx="0" cy="0"/>
        </a:xfrm>
      </p:grpSpPr>
      <p:sp>
        <p:nvSpPr>
          <p:cNvPr id="1048711" name="Title 1"/>
          <p:cNvSpPr>
            <a:spLocks noGrp="1"/>
          </p:cNvSpPr>
          <p:nvPr>
            <p:ph type="title"/>
          </p:nvPr>
        </p:nvSpPr>
        <p:spPr/>
        <p:txBody>
          <a:bodyPr/>
          <a:p>
            <a:r>
              <a:rPr lang="en-US" smtClean="0"/>
              <a:t>Click to edit Master title style</a:t>
            </a:r>
            <a:endParaRPr lang="en-US"/>
          </a:p>
        </p:txBody>
      </p:sp>
      <p:sp>
        <p:nvSpPr>
          <p:cNvPr id="1048712" name="Text Placeholder 2"/>
          <p:cNvSpPr>
            <a:spLocks noGrp="1"/>
          </p:cNvSpPr>
          <p:nvPr>
            <p:ph type="body" idx="1"/>
          </p:nvPr>
        </p:nvSpPr>
        <p:spPr>
          <a:xfrm>
            <a:off x="457200" y="1535113"/>
            <a:ext cx="4040188"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713"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14" name="Text Placeholder 4"/>
          <p:cNvSpPr>
            <a:spLocks noGrp="1"/>
          </p:cNvSpPr>
          <p:nvPr>
            <p:ph type="body" sz="quarter" idx="3"/>
          </p:nvPr>
        </p:nvSpPr>
        <p:spPr>
          <a:xfrm>
            <a:off x="4645025" y="1535113"/>
            <a:ext cx="4041775"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715"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16" name="Date Placeholder 6"/>
          <p:cNvSpPr>
            <a:spLocks noGrp="1"/>
          </p:cNvSpPr>
          <p:nvPr>
            <p:ph type="dt" sz="half" idx="10"/>
          </p:nvPr>
        </p:nvSpPr>
        <p:spPr/>
        <p:txBody>
          <a:bodyPr/>
          <a:p>
            <a:fld id="{1D8BD707-D9CF-40AE-B4C6-C98DA3205C09}" type="datetimeFigureOut">
              <a:rPr lang="en-US" smtClean="0"/>
              <a:t>8/1/2011</a:t>
            </a:fld>
            <a:endParaRPr lang="en-US"/>
          </a:p>
        </p:txBody>
      </p:sp>
      <p:sp>
        <p:nvSpPr>
          <p:cNvPr id="1048717" name="Footer Placeholder 7"/>
          <p:cNvSpPr>
            <a:spLocks noGrp="1"/>
          </p:cNvSpPr>
          <p:nvPr>
            <p:ph type="ftr" sz="quarter" idx="11"/>
          </p:nvPr>
        </p:nvSpPr>
        <p:spPr/>
        <p:txBody>
          <a:bodyPr/>
          <a:p>
            <a:endParaRPr lang="en-US"/>
          </a:p>
        </p:txBody>
      </p:sp>
      <p:sp>
        <p:nvSpPr>
          <p:cNvPr id="1048718" name="Slide Number Placeholder 8"/>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34" name=""/>
        <p:cNvGrpSpPr/>
        <p:nvPr/>
      </p:nvGrpSpPr>
      <p:grpSpPr>
        <a:xfrm>
          <a:off x="0" y="0"/>
          <a:ext cx="0" cy="0"/>
          <a:chOff x="0" y="0"/>
          <a:chExt cx="0" cy="0"/>
        </a:xfrm>
      </p:grpSpPr>
      <p:sp>
        <p:nvSpPr>
          <p:cNvPr id="1048675" name="Title 1"/>
          <p:cNvSpPr>
            <a:spLocks noGrp="1"/>
          </p:cNvSpPr>
          <p:nvPr>
            <p:ph type="title"/>
          </p:nvPr>
        </p:nvSpPr>
        <p:spPr/>
        <p:txBody>
          <a:bodyPr/>
          <a:p>
            <a:r>
              <a:rPr lang="en-US" smtClean="0"/>
              <a:t>Click to edit Master title style</a:t>
            </a:r>
            <a:endParaRPr lang="en-US"/>
          </a:p>
        </p:txBody>
      </p:sp>
      <p:sp>
        <p:nvSpPr>
          <p:cNvPr id="1048676" name="Date Placeholder 2"/>
          <p:cNvSpPr>
            <a:spLocks noGrp="1"/>
          </p:cNvSpPr>
          <p:nvPr>
            <p:ph type="dt" sz="half" idx="10"/>
          </p:nvPr>
        </p:nvSpPr>
        <p:spPr/>
        <p:txBody>
          <a:bodyPr/>
          <a:p>
            <a:fld id="{1D8BD707-D9CF-40AE-B4C6-C98DA3205C09}" type="datetimeFigureOut">
              <a:rPr lang="en-US" smtClean="0"/>
              <a:t>8/1/2011</a:t>
            </a:fld>
            <a:endParaRPr lang="en-US"/>
          </a:p>
        </p:txBody>
      </p:sp>
      <p:sp>
        <p:nvSpPr>
          <p:cNvPr id="1048677" name="Footer Placeholder 3"/>
          <p:cNvSpPr>
            <a:spLocks noGrp="1"/>
          </p:cNvSpPr>
          <p:nvPr>
            <p:ph type="ftr" sz="quarter" idx="11"/>
          </p:nvPr>
        </p:nvSpPr>
        <p:spPr/>
        <p:txBody>
          <a:bodyPr/>
          <a:p>
            <a:endParaRPr lang="en-US"/>
          </a:p>
        </p:txBody>
      </p:sp>
      <p:sp>
        <p:nvSpPr>
          <p:cNvPr id="1048678" name="Slide Number Placeholder 4"/>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20" name=""/>
        <p:cNvGrpSpPr/>
        <p:nvPr/>
      </p:nvGrpSpPr>
      <p:grpSpPr>
        <a:xfrm>
          <a:off x="0" y="0"/>
          <a:ext cx="0" cy="0"/>
          <a:chOff x="0" y="0"/>
          <a:chExt cx="0" cy="0"/>
        </a:xfrm>
      </p:grpSpPr>
      <p:sp>
        <p:nvSpPr>
          <p:cNvPr id="1048581" name="Date Placeholder 1"/>
          <p:cNvSpPr>
            <a:spLocks noGrp="1"/>
          </p:cNvSpPr>
          <p:nvPr>
            <p:ph type="dt" sz="half" idx="10"/>
          </p:nvPr>
        </p:nvSpPr>
        <p:spPr/>
        <p:txBody>
          <a:bodyPr/>
          <a:p>
            <a:fld id="{1D8BD707-D9CF-40AE-B4C6-C98DA3205C09}" type="datetimeFigureOut">
              <a:rPr lang="en-US" smtClean="0"/>
              <a:t>8/1/2011</a:t>
            </a:fld>
            <a:endParaRPr lang="en-US"/>
          </a:p>
        </p:txBody>
      </p:sp>
      <p:sp>
        <p:nvSpPr>
          <p:cNvPr id="1048582" name="Footer Placeholder 2"/>
          <p:cNvSpPr>
            <a:spLocks noGrp="1"/>
          </p:cNvSpPr>
          <p:nvPr>
            <p:ph type="ftr" sz="quarter" idx="11"/>
          </p:nvPr>
        </p:nvSpPr>
        <p:spPr/>
        <p:txBody>
          <a:bodyPr/>
          <a:p>
            <a:endParaRPr lang="en-US"/>
          </a:p>
        </p:txBody>
      </p:sp>
      <p:sp>
        <p:nvSpPr>
          <p:cNvPr id="1048583" name="Slide Number Placeholder 3"/>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42" name=""/>
        <p:cNvGrpSpPr/>
        <p:nvPr/>
      </p:nvGrpSpPr>
      <p:grpSpPr>
        <a:xfrm>
          <a:off x="0" y="0"/>
          <a:ext cx="0" cy="0"/>
          <a:chOff x="0" y="0"/>
          <a:chExt cx="0" cy="0"/>
        </a:xfrm>
      </p:grpSpPr>
      <p:sp>
        <p:nvSpPr>
          <p:cNvPr id="1048719" name="Title 1"/>
          <p:cNvSpPr>
            <a:spLocks noGrp="1"/>
          </p:cNvSpPr>
          <p:nvPr>
            <p:ph type="title"/>
          </p:nvPr>
        </p:nvSpPr>
        <p:spPr>
          <a:xfrm>
            <a:off x="457200" y="273050"/>
            <a:ext cx="3008313" cy="1162050"/>
          </a:xfrm>
        </p:spPr>
        <p:txBody>
          <a:bodyPr anchor="b"/>
          <a:lstStyle>
            <a:lvl1pPr algn="l">
              <a:defRPr b="1" sz="2000"/>
            </a:lvl1pPr>
          </a:lstStyle>
          <a:p>
            <a:r>
              <a:rPr lang="en-US" smtClean="0"/>
              <a:t>Click to edit Master title style</a:t>
            </a:r>
            <a:endParaRPr lang="en-US"/>
          </a:p>
        </p:txBody>
      </p:sp>
      <p:sp>
        <p:nvSpPr>
          <p:cNvPr id="1048720"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21" name="Text Placeholder 3"/>
          <p:cNvSpPr>
            <a:spLocks noGrp="1"/>
          </p:cNvSpPr>
          <p:nvPr>
            <p:ph type="body" sz="half" idx="2"/>
          </p:nvPr>
        </p:nvSpPr>
        <p:spPr>
          <a:xfrm>
            <a:off x="457200" y="1435100"/>
            <a:ext cx="3008313" cy="4691063"/>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722" name="Date Placeholder 4"/>
          <p:cNvSpPr>
            <a:spLocks noGrp="1"/>
          </p:cNvSpPr>
          <p:nvPr>
            <p:ph type="dt" sz="half" idx="10"/>
          </p:nvPr>
        </p:nvSpPr>
        <p:spPr/>
        <p:txBody>
          <a:bodyPr/>
          <a:p>
            <a:fld id="{1D8BD707-D9CF-40AE-B4C6-C98DA3205C09}" type="datetimeFigureOut">
              <a:rPr lang="en-US" smtClean="0"/>
              <a:t>8/1/2011</a:t>
            </a:fld>
            <a:endParaRPr lang="en-US"/>
          </a:p>
        </p:txBody>
      </p:sp>
      <p:sp>
        <p:nvSpPr>
          <p:cNvPr id="1048723" name="Footer Placeholder 5"/>
          <p:cNvSpPr>
            <a:spLocks noGrp="1"/>
          </p:cNvSpPr>
          <p:nvPr>
            <p:ph type="ftr" sz="quarter" idx="11"/>
          </p:nvPr>
        </p:nvSpPr>
        <p:spPr/>
        <p:txBody>
          <a:bodyPr/>
          <a:p>
            <a:endParaRPr lang="en-US"/>
          </a:p>
        </p:txBody>
      </p:sp>
      <p:sp>
        <p:nvSpPr>
          <p:cNvPr id="1048724" name="Slide Number Placeholder 6"/>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37" name=""/>
        <p:cNvGrpSpPr/>
        <p:nvPr/>
      </p:nvGrpSpPr>
      <p:grpSpPr>
        <a:xfrm>
          <a:off x="0" y="0"/>
          <a:ext cx="0" cy="0"/>
          <a:chOff x="0" y="0"/>
          <a:chExt cx="0" cy="0"/>
        </a:xfrm>
      </p:grpSpPr>
      <p:sp>
        <p:nvSpPr>
          <p:cNvPr id="1048689" name="Title 1"/>
          <p:cNvSpPr>
            <a:spLocks noGrp="1"/>
          </p:cNvSpPr>
          <p:nvPr>
            <p:ph type="title"/>
          </p:nvPr>
        </p:nvSpPr>
        <p:spPr>
          <a:xfrm>
            <a:off x="1792288" y="4800600"/>
            <a:ext cx="5486400" cy="566738"/>
          </a:xfrm>
        </p:spPr>
        <p:txBody>
          <a:bodyPr anchor="b"/>
          <a:lstStyle>
            <a:lvl1pPr algn="l">
              <a:defRPr b="1" sz="2000"/>
            </a:lvl1pPr>
          </a:lstStyle>
          <a:p>
            <a:r>
              <a:rPr lang="en-US" smtClean="0"/>
              <a:t>Click to edit Master title style</a:t>
            </a:r>
            <a:endParaRPr lang="en-US"/>
          </a:p>
        </p:txBody>
      </p:sp>
      <p:sp>
        <p:nvSpPr>
          <p:cNvPr id="1048690" name="Picture Placeholder 2"/>
          <p:cNvSpPr>
            <a:spLocks noGrp="1"/>
          </p:cNvSpPr>
          <p:nvPr>
            <p:ph type="pic" idx="1"/>
          </p:nvPr>
        </p:nvSpPr>
        <p:spPr>
          <a:xfrm>
            <a:off x="1792288" y="612775"/>
            <a:ext cx="5486400" cy="4114800"/>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US"/>
          </a:p>
        </p:txBody>
      </p:sp>
      <p:sp>
        <p:nvSpPr>
          <p:cNvPr id="1048691" name="Text Placeholder 3"/>
          <p:cNvSpPr>
            <a:spLocks noGrp="1"/>
          </p:cNvSpPr>
          <p:nvPr>
            <p:ph type="body" sz="half" idx="2"/>
          </p:nvPr>
        </p:nvSpPr>
        <p:spPr>
          <a:xfrm>
            <a:off x="1792288" y="5367338"/>
            <a:ext cx="5486400" cy="804862"/>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692" name="Date Placeholder 4"/>
          <p:cNvSpPr>
            <a:spLocks noGrp="1"/>
          </p:cNvSpPr>
          <p:nvPr>
            <p:ph type="dt" sz="half" idx="10"/>
          </p:nvPr>
        </p:nvSpPr>
        <p:spPr/>
        <p:txBody>
          <a:bodyPr/>
          <a:p>
            <a:fld id="{1D8BD707-D9CF-40AE-B4C6-C98DA3205C09}" type="datetimeFigureOut">
              <a:rPr lang="en-US" smtClean="0"/>
              <a:t>8/1/2011</a:t>
            </a:fld>
            <a:endParaRPr lang="en-US"/>
          </a:p>
        </p:txBody>
      </p:sp>
      <p:sp>
        <p:nvSpPr>
          <p:cNvPr id="1048693" name="Footer Placeholder 5"/>
          <p:cNvSpPr>
            <a:spLocks noGrp="1"/>
          </p:cNvSpPr>
          <p:nvPr>
            <p:ph type="ftr" sz="quarter" idx="11"/>
          </p:nvPr>
        </p:nvSpPr>
        <p:spPr/>
        <p:txBody>
          <a:bodyPr/>
          <a:p>
            <a:endParaRPr lang="en-US"/>
          </a:p>
        </p:txBody>
      </p:sp>
      <p:sp>
        <p:nvSpPr>
          <p:cNvPr id="1048694" name="Slide Number Placeholder 6"/>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38" name=""/>
        <p:cNvGrpSpPr/>
        <p:nvPr/>
      </p:nvGrpSpPr>
      <p:grpSpPr>
        <a:xfrm>
          <a:off x="0" y="0"/>
          <a:ext cx="0" cy="0"/>
          <a:chOff x="0" y="0"/>
          <a:chExt cx="0" cy="0"/>
        </a:xfrm>
      </p:grpSpPr>
      <p:sp>
        <p:nvSpPr>
          <p:cNvPr id="1048695" name="Title 1"/>
          <p:cNvSpPr>
            <a:spLocks noGrp="1"/>
          </p:cNvSpPr>
          <p:nvPr>
            <p:ph type="title"/>
          </p:nvPr>
        </p:nvSpPr>
        <p:spPr/>
        <p:txBody>
          <a:bodyPr/>
          <a:p>
            <a:r>
              <a:rPr lang="en-US" smtClean="0"/>
              <a:t>Click to edit Master title style</a:t>
            </a:r>
            <a:endParaRPr lang="en-US"/>
          </a:p>
        </p:txBody>
      </p:sp>
      <p:sp>
        <p:nvSpPr>
          <p:cNvPr id="1048696" name="Vertical Text Placeholder 2"/>
          <p:cNvSpPr>
            <a:spLocks noGrp="1"/>
          </p:cNvSpPr>
          <p:nvPr>
            <p:ph type="body" orient="vert" idx="1"/>
          </p:nvPr>
        </p:nvSpPr>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97" name="Date Placeholder 3"/>
          <p:cNvSpPr>
            <a:spLocks noGrp="1"/>
          </p:cNvSpPr>
          <p:nvPr>
            <p:ph type="dt" sz="half" idx="10"/>
          </p:nvPr>
        </p:nvSpPr>
        <p:spPr/>
        <p:txBody>
          <a:bodyPr/>
          <a:p>
            <a:fld id="{1D8BD707-D9CF-40AE-B4C6-C98DA3205C09}" type="datetimeFigureOut">
              <a:rPr lang="en-US" smtClean="0"/>
              <a:t>8/1/2011</a:t>
            </a:fld>
            <a:endParaRPr lang="en-US"/>
          </a:p>
        </p:txBody>
      </p:sp>
      <p:sp>
        <p:nvSpPr>
          <p:cNvPr id="1048698" name="Footer Placeholder 4"/>
          <p:cNvSpPr>
            <a:spLocks noGrp="1"/>
          </p:cNvSpPr>
          <p:nvPr>
            <p:ph type="ftr" sz="quarter" idx="11"/>
          </p:nvPr>
        </p:nvSpPr>
        <p:spPr/>
        <p:txBody>
          <a:bodyPr/>
          <a:p>
            <a:endParaRPr lang="en-US"/>
          </a:p>
        </p:txBody>
      </p:sp>
      <p:sp>
        <p:nvSpPr>
          <p:cNvPr id="1048699"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35" name=""/>
        <p:cNvGrpSpPr/>
        <p:nvPr/>
      </p:nvGrpSpPr>
      <p:grpSpPr>
        <a:xfrm>
          <a:off x="0" y="0"/>
          <a:ext cx="0" cy="0"/>
          <a:chOff x="0" y="0"/>
          <a:chExt cx="0" cy="0"/>
        </a:xfrm>
      </p:grpSpPr>
      <p:sp>
        <p:nvSpPr>
          <p:cNvPr id="1048679" name="Vertical Title 1"/>
          <p:cNvSpPr>
            <a:spLocks noGrp="1"/>
          </p:cNvSpPr>
          <p:nvPr>
            <p:ph type="title" orient="vert"/>
          </p:nvPr>
        </p:nvSpPr>
        <p:spPr>
          <a:xfrm>
            <a:off x="6629400" y="274638"/>
            <a:ext cx="2057400" cy="5851525"/>
          </a:xfrm>
        </p:spPr>
        <p:txBody>
          <a:bodyPr vert="eaVert"/>
          <a:p>
            <a:r>
              <a:rPr lang="en-US" smtClean="0"/>
              <a:t>Click to edit Master title style</a:t>
            </a:r>
            <a:endParaRPr lang="en-US"/>
          </a:p>
        </p:txBody>
      </p:sp>
      <p:sp>
        <p:nvSpPr>
          <p:cNvPr id="1048680" name="Vertical Text Placeholder 2"/>
          <p:cNvSpPr>
            <a:spLocks noGrp="1"/>
          </p:cNvSpPr>
          <p:nvPr>
            <p:ph type="body" orient="vert" idx="1"/>
          </p:nvPr>
        </p:nvSpPr>
        <p:spPr>
          <a:xfrm>
            <a:off x="457200" y="274638"/>
            <a:ext cx="6019800" cy="5851525"/>
          </a:xfrm>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81" name="Date Placeholder 3"/>
          <p:cNvSpPr>
            <a:spLocks noGrp="1"/>
          </p:cNvSpPr>
          <p:nvPr>
            <p:ph type="dt" sz="half" idx="10"/>
          </p:nvPr>
        </p:nvSpPr>
        <p:spPr/>
        <p:txBody>
          <a:bodyPr/>
          <a:p>
            <a:fld id="{1D8BD707-D9CF-40AE-B4C6-C98DA3205C09}" type="datetimeFigureOut">
              <a:rPr lang="en-US" smtClean="0"/>
              <a:t>8/1/2011</a:t>
            </a:fld>
            <a:endParaRPr lang="en-US"/>
          </a:p>
        </p:txBody>
      </p:sp>
      <p:sp>
        <p:nvSpPr>
          <p:cNvPr id="1048682" name="Footer Placeholder 4"/>
          <p:cNvSpPr>
            <a:spLocks noGrp="1"/>
          </p:cNvSpPr>
          <p:nvPr>
            <p:ph type="ftr" sz="quarter" idx="11"/>
          </p:nvPr>
        </p:nvSpPr>
        <p:spPr/>
        <p:txBody>
          <a:bodyPr/>
          <a:p>
            <a:endParaRPr lang="en-US"/>
          </a:p>
        </p:txBody>
      </p:sp>
      <p:sp>
        <p:nvSpPr>
          <p:cNvPr id="1048683"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8" name=""/>
        <p:cNvGrpSpPr/>
        <p:nvPr/>
      </p:nvGrpSpPr>
      <p:grpSpPr>
        <a:xfrm>
          <a:off x="0" y="0"/>
          <a:ext cx="0" cy="0"/>
          <a:chOff x="0" y="0"/>
          <a:chExt cx="0" cy="0"/>
        </a:xfrm>
      </p:grpSpPr>
      <p:sp>
        <p:nvSpPr>
          <p:cNvPr id="1048576" name="Title Placeholder 1"/>
          <p:cNvSpPr>
            <a:spLocks noGrp="1"/>
          </p:cNvSpPr>
          <p:nvPr>
            <p:ph type="title"/>
          </p:nvPr>
        </p:nvSpPr>
        <p:spPr>
          <a:xfrm>
            <a:off x="457200" y="274638"/>
            <a:ext cx="8229600" cy="1143000"/>
          </a:xfrm>
          <a:prstGeom prst="rect"/>
        </p:spPr>
        <p:txBody>
          <a:bodyPr anchor="ctr" bIns="45720" lIns="91440" rIns="91440" rtlCol="0" tIns="45720" vert="horz">
            <a:normAutofit/>
          </a:bodyPr>
          <a:p>
            <a:r>
              <a:rPr lang="en-US" smtClean="0"/>
              <a:t>Click to edit Master title style</a:t>
            </a:r>
            <a:endParaRPr lang="en-US"/>
          </a:p>
        </p:txBody>
      </p:sp>
      <p:sp>
        <p:nvSpPr>
          <p:cNvPr id="1048577" name="Text Placeholder 2"/>
          <p:cNvSpPr>
            <a:spLocks noGrp="1"/>
          </p:cNvSpPr>
          <p:nvPr>
            <p:ph type="body" idx="1"/>
          </p:nvPr>
        </p:nvSpPr>
        <p:spPr>
          <a:xfrm>
            <a:off x="457200" y="1600200"/>
            <a:ext cx="8229600" cy="4525963"/>
          </a:xfrm>
          <a:prstGeom prst="rect"/>
        </p:spPr>
        <p:txBody>
          <a:bodyPr bIns="45720" lIns="91440" rIns="91440" rtlCol="0" tIns="45720" vert="horz">
            <a:normAutofit/>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78" name="Date Placeholder 3"/>
          <p:cNvSpPr>
            <a:spLocks noGrp="1"/>
          </p:cNvSpPr>
          <p:nvPr>
            <p:ph type="dt" sz="half" idx="2"/>
          </p:nvPr>
        </p:nvSpPr>
        <p:spPr>
          <a:xfrm>
            <a:off x="457200" y="6356350"/>
            <a:ext cx="2133600" cy="365125"/>
          </a:xfrm>
          <a:prstGeom prst="rect"/>
        </p:spPr>
        <p:txBody>
          <a:bodyPr anchor="ctr" bIns="45720" lIns="91440" rIns="91440" rtlCol="0" tIns="45720" vert="horz"/>
          <a:lstStyle>
            <a:lvl1pPr algn="l">
              <a:defRPr sz="1200">
                <a:solidFill>
                  <a:schemeClr val="tx1">
                    <a:tint val="75000"/>
                  </a:schemeClr>
                </a:solidFill>
              </a:defRPr>
            </a:lvl1pPr>
          </a:lstStyle>
          <a:p>
            <a:fld id="{1D8BD707-D9CF-40AE-B4C6-C98DA3205C09}" type="datetimeFigureOut">
              <a:rPr lang="en-US" smtClean="0"/>
              <a:t>8/1/2011</a:t>
            </a:fld>
            <a:endParaRPr lang="en-US"/>
          </a:p>
        </p:txBody>
      </p:sp>
      <p:sp>
        <p:nvSpPr>
          <p:cNvPr id="1048579" name="Footer Placeholder 4"/>
          <p:cNvSpPr>
            <a:spLocks noGrp="1"/>
          </p:cNvSpPr>
          <p:nvPr>
            <p:ph type="ftr" sz="quarter" idx="3"/>
          </p:nvPr>
        </p:nvSpPr>
        <p:spPr>
          <a:xfrm>
            <a:off x="3124200" y="6356350"/>
            <a:ext cx="2895600" cy="365125"/>
          </a:xfrm>
          <a:prstGeom prst="rect"/>
        </p:spPr>
        <p:txBody>
          <a:bodyPr anchor="ctr" bIns="45720" lIns="91440" rIns="91440" rtlCol="0" tIns="45720" vert="horz"/>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6553200" y="6356350"/>
            <a:ext cx="2133600" cy="365125"/>
          </a:xfrm>
          <a:prstGeom prst="rect"/>
        </p:spPr>
        <p:txBody>
          <a:bodyPr anchor="ctr" bIns="45720" lIns="91440" rIns="91440" rtlCol="0" tIns="45720" vert="horz"/>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eaLnBrk="1" hangingPunct="1" latinLnBrk="0" rtl="0">
        <a:spcBef>
          <a:spcPct val="0"/>
        </a:spcBef>
        <a:buNone/>
        <a:defRPr sz="4400" kern="1200">
          <a:solidFill>
            <a:schemeClr val="tx1"/>
          </a:solidFill>
          <a:latin typeface="+mj-lt"/>
          <a:ea typeface="+mj-ea"/>
          <a:cs typeface="+mj-cs"/>
        </a:defRPr>
      </a:lvl1pPr>
    </p:titleStyle>
    <p:bodyStyle>
      <a:lvl1pPr algn="l" defTabSz="914400" eaLnBrk="1" hangingPunct="1" indent="-342900" latinLnBrk="0" marL="342900" rtl="0">
        <a:spcBef>
          <a:spcPct val="20000"/>
        </a:spcBef>
        <a:buFont typeface="Arial" pitchFamily="34" charset="0"/>
        <a:buChar char="•"/>
        <a:defRPr sz="3200" kern="1200">
          <a:solidFill>
            <a:schemeClr val="tx1"/>
          </a:solidFill>
          <a:latin typeface="+mn-lt"/>
          <a:ea typeface="+mn-ea"/>
          <a:cs typeface="+mn-cs"/>
        </a:defRPr>
      </a:lvl1pPr>
      <a:lvl2pPr algn="l" defTabSz="914400" eaLnBrk="1" hangingPunct="1" indent="-285750" latinLnBrk="0" marL="742950" rtl="0">
        <a:spcBef>
          <a:spcPct val="20000"/>
        </a:spcBef>
        <a:buFont typeface="Arial" pitchFamily="34" charset="0"/>
        <a:buChar char="–"/>
        <a:defRPr sz="2800" kern="1200">
          <a:solidFill>
            <a:schemeClr val="tx1"/>
          </a:solidFill>
          <a:latin typeface="+mn-lt"/>
          <a:ea typeface="+mn-ea"/>
          <a:cs typeface="+mn-cs"/>
        </a:defRPr>
      </a:lvl2pPr>
      <a:lvl3pPr algn="l" defTabSz="914400" eaLnBrk="1" hangingPunct="1" indent="-228600" latinLnBrk="0" marL="1143000" rtl="0">
        <a:spcBef>
          <a:spcPct val="20000"/>
        </a:spcBef>
        <a:buFont typeface="Arial" pitchFamily="34" charset="0"/>
        <a:buChar char="•"/>
        <a:defRPr sz="2400" kern="1200">
          <a:solidFill>
            <a:schemeClr val="tx1"/>
          </a:solidFill>
          <a:latin typeface="+mn-lt"/>
          <a:ea typeface="+mn-ea"/>
          <a:cs typeface="+mn-cs"/>
        </a:defRPr>
      </a:lvl3pPr>
      <a:lvl4pPr algn="l" defTabSz="914400" eaLnBrk="1" hangingPunct="1" indent="-228600" latinLnBrk="0" marL="1600200" rtl="0">
        <a:spcBef>
          <a:spcPct val="20000"/>
        </a:spcBef>
        <a:buFont typeface="Arial" pitchFamily="34" charset="0"/>
        <a:buChar char="–"/>
        <a:defRPr sz="2000" kern="1200">
          <a:solidFill>
            <a:schemeClr val="tx1"/>
          </a:solidFill>
          <a:latin typeface="+mn-lt"/>
          <a:ea typeface="+mn-ea"/>
          <a:cs typeface="+mn-cs"/>
        </a:defRPr>
      </a:lvl4pPr>
      <a:lvl5pPr algn="l" defTabSz="914400" eaLnBrk="1" hangingPunct="1" indent="-228600" latinLnBrk="0" marL="2057400" rtl="0">
        <a:spcBef>
          <a:spcPct val="20000"/>
        </a:spcBef>
        <a:buFont typeface="Arial"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jpeg"/><Relationship Id="rId5"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6.jpeg"/><Relationship Id="rId5" Type="http://schemas.openxmlformats.org/officeDocument/2006/relationships/image" Target="../media/image7.jpeg"/><Relationship Id="rId6" Type="http://schemas.openxmlformats.org/officeDocument/2006/relationships/image" Target="../media/image8.jpeg"/><Relationship Id="rId7"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9.jpeg"/><Relationship Id="rId5" Type="http://schemas.openxmlformats.org/officeDocument/2006/relationships/image" Target="../media/image10.jpeg"/><Relationship Id="rId6"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9.jpeg"/><Relationship Id="rId5" Type="http://schemas.openxmlformats.org/officeDocument/2006/relationships/image" Target="../media/image11.jpeg"/><Relationship Id="rId6"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6.jpeg"/><Relationship Id="rId5" Type="http://schemas.openxmlformats.org/officeDocument/2006/relationships/image" Target="../media/image7.jpeg"/><Relationship Id="rId6" Type="http://schemas.openxmlformats.org/officeDocument/2006/relationships/image" Target="../media/image8.jpeg"/><Relationship Id="rId7" Type="http://schemas.openxmlformats.org/officeDocument/2006/relationships/image" Target="../media/image12.jpeg"/><Relationship Id="rId8" Type="http://schemas.openxmlformats.org/officeDocument/2006/relationships/image" Target="../media/image13.jpeg"/><Relationship Id="rId9" Type="http://schemas.openxmlformats.org/officeDocument/2006/relationships/image" Target="../media/image14.jpeg"/><Relationship Id="rId10" Type="http://schemas.openxmlformats.org/officeDocument/2006/relationships/image" Target="../media/image15.jpeg"/><Relationship Id="rId1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6.png"/><Relationship Id="rId3"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4F4"/>
        </a:solidFill>
      </p:bgPr>
    </p:bg>
    <p:spTree>
      <p:nvGrpSpPr>
        <p:cNvPr id="21" name=""/>
        <p:cNvGrpSpPr/>
        <p:nvPr/>
      </p:nvGrpSpPr>
      <p:grpSpPr>
        <a:xfrm>
          <a:off x="0" y="0"/>
          <a:ext cx="0" cy="0"/>
          <a:chOff x="0" y="0"/>
          <a:chExt cx="0" cy="0"/>
        </a:xfrm>
      </p:grpSpPr>
      <p:sp>
        <p:nvSpPr>
          <p:cNvPr id="1048584" name="Freeform 2"/>
          <p:cNvSpPr/>
          <p:nvPr/>
        </p:nvSpPr>
        <p:spPr>
          <a:xfrm rot="5400000" flipH="0" flipV="0">
            <a:off x="13507075" y="5505392"/>
            <a:ext cx="6179809" cy="3382041"/>
          </a:xfrm>
          <a:custGeom>
            <a:avLst/>
            <a:ahLst/>
            <a:rect l="l" t="t" r="r" b="b"/>
            <a:pathLst>
              <a:path w="6179809" h="3382041">
                <a:moveTo>
                  <a:pt x="0" y="0"/>
                </a:moveTo>
                <a:lnTo>
                  <a:pt x="6179809" y="0"/>
                </a:lnTo>
                <a:lnTo>
                  <a:pt x="6179809" y="3382041"/>
                </a:lnTo>
                <a:lnTo>
                  <a:pt x="0" y="3382041"/>
                </a:lnTo>
                <a:lnTo>
                  <a:pt x="0" y="0"/>
                </a:lnTo>
                <a:close/>
              </a:path>
            </a:pathLst>
          </a:custGeom>
          <a:blipFill>
            <a:blip xmlns:r="http://schemas.openxmlformats.org/officeDocument/2006/relationships" r:embed="rId1"/>
            <a:stretch>
              <a:fillRect l="0" t="0" r="0" b="0"/>
            </a:stretch>
          </a:blipFill>
        </p:spPr>
      </p:sp>
      <p:sp>
        <p:nvSpPr>
          <p:cNvPr id="1048585" name="Freeform 3"/>
          <p:cNvSpPr/>
          <p:nvPr/>
        </p:nvSpPr>
        <p:spPr>
          <a:xfrm rot="0" flipH="1" flipV="0">
            <a:off x="0" y="0"/>
            <a:ext cx="1028700" cy="1028700"/>
          </a:xfrm>
          <a:custGeom>
            <a:avLst/>
            <a:ahLst/>
            <a:rect l="l" t="t" r="r" b="b"/>
            <a:pathLst>
              <a:path w="1028700" h="1028700">
                <a:moveTo>
                  <a:pt x="1028700" y="0"/>
                </a:moveTo>
                <a:lnTo>
                  <a:pt x="0" y="0"/>
                </a:lnTo>
                <a:lnTo>
                  <a:pt x="0" y="1028700"/>
                </a:lnTo>
                <a:lnTo>
                  <a:pt x="1028700" y="1028700"/>
                </a:lnTo>
                <a:lnTo>
                  <a:pt x="1028700" y="0"/>
                </a:lnTo>
                <a:close/>
              </a:path>
            </a:pathLst>
          </a:custGeom>
          <a:blipFill>
            <a:blip xmlns:r="http://schemas.openxmlformats.org/officeDocument/2006/relationships" r:embed="rId2"/>
            <a:stretch>
              <a:fillRect l="0" t="0" r="0" b="0"/>
            </a:stretch>
          </a:blipFill>
        </p:spPr>
      </p:sp>
      <p:sp>
        <p:nvSpPr>
          <p:cNvPr id="1048586" name="AutoShape 4"/>
          <p:cNvSpPr/>
          <p:nvPr/>
        </p:nvSpPr>
        <p:spPr>
          <a:xfrm rot="5400000">
            <a:off x="-3605352" y="5652265"/>
            <a:ext cx="9258579" cy="0"/>
          </a:xfrm>
          <a:prstGeom prst="line"/>
          <a:ln w="9525" cap="flat">
            <a:solidFill>
              <a:srgbClr val="2D2D2D"/>
            </a:solidFill>
            <a:prstDash val="solid"/>
            <a:headEnd type="none" w="sm" len="sm"/>
            <a:tailEnd type="none" w="sm" len="sm"/>
          </a:ln>
        </p:spPr>
      </p:sp>
      <p:sp>
        <p:nvSpPr>
          <p:cNvPr id="1048587" name="AutoShape 5"/>
          <p:cNvSpPr/>
          <p:nvPr/>
        </p:nvSpPr>
        <p:spPr>
          <a:xfrm rot="-10800000">
            <a:off x="1028700" y="1008688"/>
            <a:ext cx="17259300" cy="0"/>
          </a:xfrm>
          <a:prstGeom prst="line"/>
          <a:ln w="9525" cap="flat">
            <a:solidFill>
              <a:srgbClr val="2D2D2D"/>
            </a:solidFill>
            <a:prstDash val="solid"/>
            <a:headEnd type="none" w="sm" len="sm"/>
            <a:tailEnd type="none" w="sm" len="sm"/>
          </a:ln>
        </p:spPr>
      </p:sp>
      <p:sp>
        <p:nvSpPr>
          <p:cNvPr id="1048588" name="TextBox 6"/>
          <p:cNvSpPr txBox="1"/>
          <p:nvPr/>
        </p:nvSpPr>
        <p:spPr>
          <a:xfrm rot="0">
            <a:off x="1993519" y="2109751"/>
            <a:ext cx="12041202" cy="1956817"/>
          </a:xfrm>
          <a:prstGeom prst="rect"/>
        </p:spPr>
        <p:txBody>
          <a:bodyPr anchor="t" bIns="0" lIns="0" rIns="0" rtlCol="0" tIns="0">
            <a:spAutoFit/>
          </a:bodyPr>
          <a:p>
            <a:pPr algn="l">
              <a:lnSpc>
                <a:spcPts val="7704"/>
              </a:lnSpc>
            </a:pPr>
            <a:r>
              <a:rPr b="1" sz="7704" lang="en-US">
                <a:solidFill>
                  <a:srgbClr val="2D2D2D"/>
                </a:solidFill>
                <a:latin typeface="Fraunces Semi-Bold"/>
                <a:ea typeface="Fraunces Semi-Bold"/>
                <a:cs typeface="Fraunces Semi-Bold"/>
                <a:sym typeface="Fraunces Semi-Bold"/>
              </a:rPr>
              <a:t>Workshop Mobile Applications Framework</a:t>
            </a:r>
          </a:p>
        </p:txBody>
      </p:sp>
      <p:sp>
        <p:nvSpPr>
          <p:cNvPr id="1048589" name="TextBox 7"/>
          <p:cNvSpPr txBox="1"/>
          <p:nvPr/>
        </p:nvSpPr>
        <p:spPr>
          <a:xfrm rot="0">
            <a:off x="1993519" y="4322281"/>
            <a:ext cx="4533038" cy="405765"/>
          </a:xfrm>
          <a:prstGeom prst="rect"/>
        </p:spPr>
        <p:txBody>
          <a:bodyPr anchor="t" bIns="0" lIns="0" rIns="0" rtlCol="0" tIns="0">
            <a:spAutoFit/>
          </a:bodyPr>
          <a:p>
            <a:pPr algn="l">
              <a:lnSpc>
                <a:spcPts val="3359"/>
              </a:lnSpc>
            </a:pPr>
            <a:r>
              <a:rPr sz="2400" lang="en-US">
                <a:solidFill>
                  <a:srgbClr val="2D2D2D"/>
                </a:solidFill>
                <a:latin typeface="DM Sans"/>
                <a:ea typeface="DM Sans"/>
                <a:cs typeface="DM Sans"/>
                <a:sym typeface="DM Sans"/>
              </a:rPr>
              <a:t>Laporan Gesture Lab</a:t>
            </a:r>
          </a:p>
        </p:txBody>
      </p:sp>
      <p:sp>
        <p:nvSpPr>
          <p:cNvPr id="1048590" name="TextBox 8"/>
          <p:cNvSpPr txBox="1"/>
          <p:nvPr/>
        </p:nvSpPr>
        <p:spPr>
          <a:xfrm rot="0">
            <a:off x="1993519" y="8032115"/>
            <a:ext cx="4003810" cy="405765"/>
          </a:xfrm>
          <a:prstGeom prst="rect"/>
        </p:spPr>
        <p:txBody>
          <a:bodyPr anchor="t" bIns="0" lIns="0" rIns="0" rtlCol="0" tIns="0">
            <a:spAutoFit/>
          </a:bodyPr>
          <a:p>
            <a:pPr algn="l">
              <a:lnSpc>
                <a:spcPts val="3359"/>
              </a:lnSpc>
            </a:pPr>
            <a:r>
              <a:rPr sz="2400" lang="en-US">
                <a:solidFill>
                  <a:srgbClr val="2D2D2D"/>
                </a:solidFill>
                <a:latin typeface="DM Sans"/>
                <a:ea typeface="DM Sans"/>
                <a:cs typeface="DM Sans"/>
                <a:sym typeface="DM Sans"/>
              </a:rPr>
              <a:t>A</a:t>
            </a:r>
            <a:r>
              <a:rPr sz="2400" lang="en-US">
                <a:solidFill>
                  <a:srgbClr val="2D2D2D"/>
                </a:solidFill>
                <a:latin typeface="DM Sans"/>
                <a:ea typeface="DM Sans"/>
                <a:cs typeface="DM Sans"/>
                <a:sym typeface="DM Sans"/>
              </a:rPr>
              <a:t>d</a:t>
            </a:r>
            <a:r>
              <a:rPr sz="2400" lang="en-US">
                <a:solidFill>
                  <a:srgbClr val="2D2D2D"/>
                </a:solidFill>
                <a:latin typeface="DM Sans"/>
                <a:ea typeface="DM Sans"/>
                <a:cs typeface="DM Sans"/>
                <a:sym typeface="DM Sans"/>
              </a:rPr>
              <a:t>i</a:t>
            </a:r>
            <a:r>
              <a:rPr sz="2400" lang="en-US">
                <a:solidFill>
                  <a:srgbClr val="2D2D2D"/>
                </a:solidFill>
                <a:latin typeface="DM Sans"/>
                <a:ea typeface="DM Sans"/>
                <a:cs typeface="DM Sans"/>
                <a:sym typeface="DM Sans"/>
              </a:rPr>
              <a:t>t</a:t>
            </a:r>
            <a:r>
              <a:rPr sz="2400" lang="en-US">
                <a:solidFill>
                  <a:srgbClr val="2D2D2D"/>
                </a:solidFill>
                <a:latin typeface="DM Sans"/>
                <a:ea typeface="DM Sans"/>
                <a:cs typeface="DM Sans"/>
                <a:sym typeface="DM Sans"/>
              </a:rPr>
              <a:t>y</a:t>
            </a:r>
            <a:r>
              <a:rPr sz="2400" lang="en-US">
                <a:solidFill>
                  <a:srgbClr val="2D2D2D"/>
                </a:solidFill>
                <a:latin typeface="DM Sans"/>
                <a:ea typeface="DM Sans"/>
                <a:cs typeface="DM Sans"/>
                <a:sym typeface="DM Sans"/>
              </a:rPr>
              <a:t>a</a:t>
            </a:r>
            <a:r>
              <a:rPr sz="2400" lang="en-US">
                <a:solidFill>
                  <a:srgbClr val="2D2D2D"/>
                </a:solidFill>
                <a:latin typeface="DM Sans"/>
                <a:ea typeface="DM Sans"/>
                <a:cs typeface="DM Sans"/>
                <a:sym typeface="DM Sans"/>
              </a:rPr>
              <a:t> </a:t>
            </a:r>
            <a:r>
              <a:rPr sz="2400" lang="en-US">
                <a:solidFill>
                  <a:srgbClr val="2D2D2D"/>
                </a:solidFill>
                <a:latin typeface="DM Sans"/>
                <a:ea typeface="DM Sans"/>
                <a:cs typeface="DM Sans"/>
                <a:sym typeface="DM Sans"/>
              </a:rPr>
              <a:t>F</a:t>
            </a:r>
            <a:r>
              <a:rPr sz="2400" lang="en-US">
                <a:solidFill>
                  <a:srgbClr val="2D2D2D"/>
                </a:solidFill>
                <a:latin typeface="DM Sans"/>
                <a:ea typeface="DM Sans"/>
                <a:cs typeface="DM Sans"/>
                <a:sym typeface="DM Sans"/>
              </a:rPr>
              <a:t>a</a:t>
            </a:r>
            <a:r>
              <a:rPr sz="2400" lang="en-US">
                <a:solidFill>
                  <a:srgbClr val="2D2D2D"/>
                </a:solidFill>
                <a:latin typeface="DM Sans"/>
                <a:ea typeface="DM Sans"/>
                <a:cs typeface="DM Sans"/>
                <a:sym typeface="DM Sans"/>
              </a:rPr>
              <a:t>d</a:t>
            </a:r>
            <a:r>
              <a:rPr sz="2400" lang="en-US">
                <a:solidFill>
                  <a:srgbClr val="2D2D2D"/>
                </a:solidFill>
                <a:latin typeface="DM Sans"/>
                <a:ea typeface="DM Sans"/>
                <a:cs typeface="DM Sans"/>
                <a:sym typeface="DM Sans"/>
              </a:rPr>
              <a:t>n</a:t>
            </a:r>
            <a:r>
              <a:rPr sz="2400" lang="en-US">
                <a:solidFill>
                  <a:srgbClr val="2D2D2D"/>
                </a:solidFill>
                <a:latin typeface="DM Sans"/>
                <a:ea typeface="DM Sans"/>
                <a:cs typeface="DM Sans"/>
                <a:sym typeface="DM Sans"/>
              </a:rPr>
              <a:t>i</a:t>
            </a:r>
            <a:r>
              <a:rPr sz="2400" lang="en-US">
                <a:solidFill>
                  <a:srgbClr val="2D2D2D"/>
                </a:solidFill>
                <a:latin typeface="DM Sans"/>
                <a:ea typeface="DM Sans"/>
                <a:cs typeface="DM Sans"/>
                <a:sym typeface="DM Sans"/>
              </a:rPr>
              <a:t> </a:t>
            </a:r>
            <a:r>
              <a:rPr sz="2400" lang="en-US">
                <a:solidFill>
                  <a:srgbClr val="2D2D2D"/>
                </a:solidFill>
                <a:latin typeface="DM Sans"/>
                <a:ea typeface="DM Sans"/>
                <a:cs typeface="DM Sans"/>
                <a:sym typeface="DM Sans"/>
              </a:rPr>
              <a:t>A</a:t>
            </a:r>
            <a:r>
              <a:rPr sz="2400" lang="en-US">
                <a:solidFill>
                  <a:srgbClr val="2D2D2D"/>
                </a:solidFill>
                <a:latin typeface="DM Sans"/>
                <a:ea typeface="DM Sans"/>
                <a:cs typeface="DM Sans"/>
                <a:sym typeface="DM Sans"/>
              </a:rPr>
              <a:t>t</a:t>
            </a:r>
            <a:r>
              <a:rPr sz="2400" lang="en-US">
                <a:solidFill>
                  <a:srgbClr val="2D2D2D"/>
                </a:solidFill>
                <a:latin typeface="DM Sans"/>
                <a:ea typeface="DM Sans"/>
                <a:cs typeface="DM Sans"/>
                <a:sym typeface="DM Sans"/>
              </a:rPr>
              <a:t>h</a:t>
            </a:r>
            <a:r>
              <a:rPr sz="2400" lang="en-US">
                <a:solidFill>
                  <a:srgbClr val="2D2D2D"/>
                </a:solidFill>
                <a:latin typeface="DM Sans"/>
                <a:ea typeface="DM Sans"/>
                <a:cs typeface="DM Sans"/>
                <a:sym typeface="DM Sans"/>
              </a:rPr>
              <a:t>a</a:t>
            </a:r>
            <a:r>
              <a:rPr sz="2400" lang="en-US">
                <a:solidFill>
                  <a:srgbClr val="2D2D2D"/>
                </a:solidFill>
                <a:latin typeface="DM Sans"/>
                <a:ea typeface="DM Sans"/>
                <a:cs typeface="DM Sans"/>
                <a:sym typeface="DM Sans"/>
              </a:rPr>
              <a:t>u</a:t>
            </a:r>
            <a:r>
              <a:rPr sz="2400" lang="en-US">
                <a:solidFill>
                  <a:srgbClr val="2D2D2D"/>
                </a:solidFill>
                <a:latin typeface="DM Sans"/>
                <a:ea typeface="DM Sans"/>
                <a:cs typeface="DM Sans"/>
                <a:sym typeface="DM Sans"/>
              </a:rPr>
              <a:t>l</a:t>
            </a:r>
            <a:r>
              <a:rPr sz="2400" lang="en-US">
                <a:solidFill>
                  <a:srgbClr val="2D2D2D"/>
                </a:solidFill>
                <a:latin typeface="DM Sans"/>
                <a:ea typeface="DM Sans"/>
                <a:cs typeface="DM Sans"/>
                <a:sym typeface="DM Sans"/>
              </a:rPr>
              <a:t>l</a:t>
            </a:r>
            <a:r>
              <a:rPr sz="2400" lang="en-US">
                <a:solidFill>
                  <a:srgbClr val="2D2D2D"/>
                </a:solidFill>
                <a:latin typeface="DM Sans"/>
                <a:ea typeface="DM Sans"/>
                <a:cs typeface="DM Sans"/>
                <a:sym typeface="DM Sans"/>
              </a:rPr>
              <a:t>a</a:t>
            </a:r>
            <a:r>
              <a:rPr sz="2400" lang="en-US">
                <a:solidFill>
                  <a:srgbClr val="2D2D2D"/>
                </a:solidFill>
                <a:latin typeface="DM Sans"/>
                <a:ea typeface="DM Sans"/>
                <a:cs typeface="DM Sans"/>
                <a:sym typeface="DM Sans"/>
              </a:rPr>
              <a:t>h</a:t>
            </a:r>
            <a:r>
              <a:rPr sz="2400" lang="en-US">
                <a:solidFill>
                  <a:srgbClr val="2D2D2D"/>
                </a:solidFill>
                <a:latin typeface="DM Sans"/>
                <a:ea typeface="DM Sans"/>
                <a:cs typeface="DM Sans"/>
                <a:sym typeface="DM Sans"/>
              </a:rPr>
              <a:t> </a:t>
            </a:r>
            <a:endParaRPr altLang="en-US" lang="zh-CN"/>
          </a:p>
        </p:txBody>
      </p:sp>
      <p:sp>
        <p:nvSpPr>
          <p:cNvPr id="1048591" name="TextBox 9"/>
          <p:cNvSpPr txBox="1"/>
          <p:nvPr/>
        </p:nvSpPr>
        <p:spPr>
          <a:xfrm rot="0">
            <a:off x="1993519" y="8494395"/>
            <a:ext cx="3428162" cy="405765"/>
          </a:xfrm>
          <a:prstGeom prst="rect"/>
        </p:spPr>
        <p:txBody>
          <a:bodyPr anchor="t" bIns="0" lIns="0" rIns="0" rtlCol="0" tIns="0">
            <a:spAutoFit/>
          </a:bodyPr>
          <a:p>
            <a:pPr algn="l">
              <a:lnSpc>
                <a:spcPts val="3359"/>
              </a:lnSpc>
            </a:pPr>
            <a:r>
              <a:rPr sz="2400" lang="en-US">
                <a:solidFill>
                  <a:srgbClr val="2D2D2D"/>
                </a:solidFill>
                <a:latin typeface="DM Sans"/>
                <a:ea typeface="DM Sans"/>
                <a:cs typeface="DM Sans"/>
                <a:sym typeface="DM Sans"/>
              </a:rPr>
              <a:t>E41240</a:t>
            </a:r>
            <a:r>
              <a:rPr sz="2400" lang="en-US">
                <a:solidFill>
                  <a:srgbClr val="2D2D2D"/>
                </a:solidFill>
                <a:latin typeface="DM Sans"/>
                <a:ea typeface="DM Sans"/>
                <a:cs typeface="DM Sans"/>
                <a:sym typeface="DM Sans"/>
              </a:rPr>
              <a:t>0</a:t>
            </a:r>
            <a:r>
              <a:rPr sz="2400" lang="en-US">
                <a:solidFill>
                  <a:srgbClr val="2D2D2D"/>
                </a:solidFill>
                <a:latin typeface="DM Sans"/>
                <a:ea typeface="DM Sans"/>
                <a:cs typeface="DM Sans"/>
                <a:sym typeface="DM Sans"/>
              </a:rPr>
              <a:t>6</a:t>
            </a:r>
            <a:r>
              <a:rPr sz="2400" lang="en-US">
                <a:solidFill>
                  <a:srgbClr val="2D2D2D"/>
                </a:solidFill>
                <a:latin typeface="DM Sans"/>
                <a:ea typeface="DM Sans"/>
                <a:cs typeface="DM Sans"/>
                <a:sym typeface="DM Sans"/>
              </a:rPr>
              <a:t>8</a:t>
            </a:r>
            <a:endParaRPr altLang="en-US" lang="zh-CN"/>
          </a:p>
        </p:txBody>
      </p:sp>
      <p:sp>
        <p:nvSpPr>
          <p:cNvPr id="1048592" name="TextBox 10"/>
          <p:cNvSpPr txBox="1"/>
          <p:nvPr/>
        </p:nvSpPr>
        <p:spPr>
          <a:xfrm rot="0">
            <a:off x="1993519" y="8957310"/>
            <a:ext cx="3428162" cy="405765"/>
          </a:xfrm>
          <a:prstGeom prst="rect"/>
        </p:spPr>
        <p:txBody>
          <a:bodyPr anchor="t" bIns="0" lIns="0" rIns="0" rtlCol="0" tIns="0">
            <a:spAutoFit/>
          </a:bodyPr>
          <a:p>
            <a:pPr algn="l">
              <a:lnSpc>
                <a:spcPts val="3359"/>
              </a:lnSpc>
            </a:pPr>
            <a:r>
              <a:rPr sz="2400" lang="en-US">
                <a:solidFill>
                  <a:srgbClr val="2D2D2D"/>
                </a:solidFill>
                <a:latin typeface="DM Sans"/>
                <a:ea typeface="DM Sans"/>
                <a:cs typeface="DM Sans"/>
                <a:sym typeface="DM Sans"/>
              </a:rPr>
              <a:t>TIF Gol 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6F6"/>
        </a:solidFill>
      </p:bgPr>
    </p:bg>
    <p:spTree>
      <p:nvGrpSpPr>
        <p:cNvPr id="22" name=""/>
        <p:cNvGrpSpPr/>
        <p:nvPr/>
      </p:nvGrpSpPr>
      <p:grpSpPr>
        <a:xfrm>
          <a:off x="0" y="0"/>
          <a:ext cx="0" cy="0"/>
          <a:chOff x="0" y="0"/>
          <a:chExt cx="0" cy="0"/>
        </a:xfrm>
      </p:grpSpPr>
      <p:grpSp>
        <p:nvGrpSpPr>
          <p:cNvPr id="23" name="Group 2"/>
          <p:cNvGrpSpPr/>
          <p:nvPr/>
        </p:nvGrpSpPr>
        <p:grpSpPr>
          <a:xfrm rot="0">
            <a:off x="17227762" y="9258300"/>
            <a:ext cx="1060238" cy="1028700"/>
            <a:chOff x="0" y="0"/>
            <a:chExt cx="523379" cy="507811"/>
          </a:xfrm>
        </p:grpSpPr>
        <p:sp>
          <p:nvSpPr>
            <p:cNvPr id="1048593" name="Freeform 3"/>
            <p:cNvSpPr/>
            <p:nvPr/>
          </p:nvSpPr>
          <p:spPr>
            <a:xfrm rot="0" flipH="0" flipV="0">
              <a:off x="0" y="0"/>
              <a:ext cx="523379" cy="507811"/>
            </a:xfrm>
            <a:custGeom>
              <a:avLst/>
              <a:ahLst/>
              <a:rect l="l" t="t" r="r" b="b"/>
              <a:pathLst>
                <a:path w="523379" h="507811">
                  <a:moveTo>
                    <a:pt x="0" y="0"/>
                  </a:moveTo>
                  <a:lnTo>
                    <a:pt x="523379" y="0"/>
                  </a:lnTo>
                  <a:lnTo>
                    <a:pt x="523379" y="507811"/>
                  </a:lnTo>
                  <a:lnTo>
                    <a:pt x="0" y="507811"/>
                  </a:lnTo>
                  <a:close/>
                </a:path>
              </a:pathLst>
            </a:custGeom>
            <a:solidFill>
              <a:srgbClr val="2D2D2D"/>
            </a:solidFill>
          </p:spPr>
        </p:sp>
      </p:grpSp>
      <p:sp>
        <p:nvSpPr>
          <p:cNvPr id="1048594" name="Freeform 4"/>
          <p:cNvSpPr/>
          <p:nvPr/>
        </p:nvSpPr>
        <p:spPr>
          <a:xfrm rot="0" flipH="0" flipV="1">
            <a:off x="12686811" y="8118609"/>
            <a:ext cx="2216016" cy="2216016"/>
          </a:xfrm>
          <a:custGeom>
            <a:avLst/>
            <a:ahLst/>
            <a:rect l="l" t="t" r="r" b="b"/>
            <a:pathLst>
              <a:path w="2216016" h="2216016">
                <a:moveTo>
                  <a:pt x="0" y="2216016"/>
                </a:moveTo>
                <a:lnTo>
                  <a:pt x="2216016" y="2216016"/>
                </a:lnTo>
                <a:lnTo>
                  <a:pt x="2216016" y="0"/>
                </a:lnTo>
                <a:lnTo>
                  <a:pt x="0" y="0"/>
                </a:lnTo>
                <a:lnTo>
                  <a:pt x="0" y="2216016"/>
                </a:lnTo>
                <a:close/>
              </a:path>
            </a:pathLst>
          </a:custGeom>
          <a:blipFill>
            <a:blip xmlns:r="http://schemas.openxmlformats.org/officeDocument/2006/relationships" r:embed="rId1"/>
            <a:stretch>
              <a:fillRect l="0" t="0" r="0" b="0"/>
            </a:stretch>
          </a:blipFill>
        </p:spPr>
      </p:sp>
      <p:sp>
        <p:nvSpPr>
          <p:cNvPr id="1048595" name="Freeform 5"/>
          <p:cNvSpPr/>
          <p:nvPr/>
        </p:nvSpPr>
        <p:spPr>
          <a:xfrm rot="0" flipH="1" flipV="0">
            <a:off x="0" y="0"/>
            <a:ext cx="1028700" cy="1028700"/>
          </a:xfrm>
          <a:custGeom>
            <a:avLst/>
            <a:ahLst/>
            <a:rect l="l" t="t" r="r" b="b"/>
            <a:pathLst>
              <a:path w="1028700" h="1028700">
                <a:moveTo>
                  <a:pt x="1028700" y="0"/>
                </a:moveTo>
                <a:lnTo>
                  <a:pt x="0" y="0"/>
                </a:lnTo>
                <a:lnTo>
                  <a:pt x="0" y="1028700"/>
                </a:lnTo>
                <a:lnTo>
                  <a:pt x="1028700" y="1028700"/>
                </a:lnTo>
                <a:lnTo>
                  <a:pt x="1028700" y="0"/>
                </a:lnTo>
                <a:close/>
              </a:path>
            </a:pathLst>
          </a:custGeom>
          <a:blipFill>
            <a:blip xmlns:r="http://schemas.openxmlformats.org/officeDocument/2006/relationships" r:embed="rId2"/>
            <a:stretch>
              <a:fillRect l="0" t="0" r="0" b="0"/>
            </a:stretch>
          </a:blipFill>
        </p:spPr>
      </p:sp>
      <p:sp>
        <p:nvSpPr>
          <p:cNvPr id="1048596" name="AutoShape 6"/>
          <p:cNvSpPr/>
          <p:nvPr/>
        </p:nvSpPr>
        <p:spPr>
          <a:xfrm rot="5400000">
            <a:off x="-3605352" y="5652265"/>
            <a:ext cx="9258579" cy="0"/>
          </a:xfrm>
          <a:prstGeom prst="line"/>
          <a:ln w="9525" cap="flat">
            <a:solidFill>
              <a:srgbClr val="2D2D2D"/>
            </a:solidFill>
            <a:prstDash val="solid"/>
            <a:headEnd type="none" w="sm" len="sm"/>
            <a:tailEnd type="none" w="sm" len="sm"/>
          </a:ln>
        </p:spPr>
      </p:sp>
      <p:sp>
        <p:nvSpPr>
          <p:cNvPr id="1048597" name="AutoShape 7"/>
          <p:cNvSpPr/>
          <p:nvPr/>
        </p:nvSpPr>
        <p:spPr>
          <a:xfrm rot="-10800000">
            <a:off x="1028700" y="1008688"/>
            <a:ext cx="17259300" cy="0"/>
          </a:xfrm>
          <a:prstGeom prst="line"/>
          <a:ln w="9525" cap="flat">
            <a:solidFill>
              <a:srgbClr val="2D2D2D"/>
            </a:solidFill>
            <a:prstDash val="solid"/>
            <a:headEnd type="none" w="sm" len="sm"/>
            <a:tailEnd type="none" w="sm" len="sm"/>
          </a:ln>
        </p:spPr>
      </p:sp>
      <p:sp>
        <p:nvSpPr>
          <p:cNvPr id="1048598" name="Freeform 8"/>
          <p:cNvSpPr/>
          <p:nvPr/>
        </p:nvSpPr>
        <p:spPr>
          <a:xfrm rot="-10800000" flipH="0" flipV="0">
            <a:off x="14902827" y="2981483"/>
            <a:ext cx="4512899" cy="4488283"/>
          </a:xfrm>
          <a:custGeom>
            <a:avLst/>
            <a:ahLst/>
            <a:rect l="l" t="t" r="r" b="b"/>
            <a:pathLst>
              <a:path w="4512899" h="4488283">
                <a:moveTo>
                  <a:pt x="0" y="0"/>
                </a:moveTo>
                <a:lnTo>
                  <a:pt x="4512899" y="0"/>
                </a:lnTo>
                <a:lnTo>
                  <a:pt x="4512899" y="4488283"/>
                </a:lnTo>
                <a:lnTo>
                  <a:pt x="0" y="4488283"/>
                </a:lnTo>
                <a:lnTo>
                  <a:pt x="0" y="0"/>
                </a:lnTo>
                <a:close/>
              </a:path>
            </a:pathLst>
          </a:custGeom>
          <a:blipFill>
            <a:blip xmlns:r="http://schemas.openxmlformats.org/officeDocument/2006/relationships" r:embed="rId3"/>
            <a:stretch>
              <a:fillRect l="0" t="0" r="0" b="0"/>
            </a:stretch>
          </a:blipFill>
        </p:spPr>
      </p:sp>
      <p:sp>
        <p:nvSpPr>
          <p:cNvPr id="1048599" name="Freeform 9"/>
          <p:cNvSpPr/>
          <p:nvPr/>
        </p:nvSpPr>
        <p:spPr>
          <a:xfrm rot="0" flipH="0" flipV="0">
            <a:off x="1719554" y="3016173"/>
            <a:ext cx="4795842" cy="6210443"/>
          </a:xfrm>
          <a:custGeom>
            <a:avLst/>
            <a:ahLst/>
            <a:rect l="l" t="t" r="r" b="b"/>
            <a:pathLst>
              <a:path w="4795842" h="6210443">
                <a:moveTo>
                  <a:pt x="0" y="0"/>
                </a:moveTo>
                <a:lnTo>
                  <a:pt x="4795842" y="0"/>
                </a:lnTo>
                <a:lnTo>
                  <a:pt x="4795842" y="6210444"/>
                </a:lnTo>
                <a:lnTo>
                  <a:pt x="0" y="6210444"/>
                </a:lnTo>
                <a:lnTo>
                  <a:pt x="0" y="0"/>
                </a:lnTo>
                <a:close/>
              </a:path>
            </a:pathLst>
          </a:custGeom>
          <a:blipFill>
            <a:blip xmlns:r="http://schemas.openxmlformats.org/officeDocument/2006/relationships" r:embed="rId4"/>
            <a:stretch>
              <a:fillRect l="0" t="0" r="0" b="0"/>
            </a:stretch>
          </a:blipFill>
        </p:spPr>
      </p:sp>
      <p:sp>
        <p:nvSpPr>
          <p:cNvPr id="1048600" name="TextBox 10"/>
          <p:cNvSpPr txBox="1"/>
          <p:nvPr/>
        </p:nvSpPr>
        <p:spPr>
          <a:xfrm rot="0">
            <a:off x="1993519" y="1888817"/>
            <a:ext cx="6848808" cy="853313"/>
          </a:xfrm>
          <a:prstGeom prst="rect"/>
        </p:spPr>
        <p:txBody>
          <a:bodyPr anchor="t" bIns="0" lIns="0" rIns="0" rtlCol="0" tIns="0">
            <a:spAutoFit/>
          </a:bodyPr>
          <a:p>
            <a:pPr algn="l">
              <a:lnSpc>
                <a:spcPts val="6719"/>
              </a:lnSpc>
            </a:pPr>
            <a:r>
              <a:rPr b="1" sz="4800" lang="en-US">
                <a:solidFill>
                  <a:srgbClr val="2D2D2D"/>
                </a:solidFill>
                <a:latin typeface="Fraunces Heavy"/>
                <a:ea typeface="Fraunces Heavy"/>
                <a:cs typeface="Fraunces Heavy"/>
                <a:sym typeface="Fraunces Heavy"/>
              </a:rPr>
              <a:t>Gesture Lab</a:t>
            </a:r>
          </a:p>
        </p:txBody>
      </p:sp>
      <p:sp>
        <p:nvSpPr>
          <p:cNvPr id="1048601" name="TextBox 11"/>
          <p:cNvSpPr txBox="1"/>
          <p:nvPr/>
        </p:nvSpPr>
        <p:spPr>
          <a:xfrm rot="0">
            <a:off x="17371077" y="9465628"/>
            <a:ext cx="773608" cy="547370"/>
          </a:xfrm>
          <a:prstGeom prst="rect"/>
        </p:spPr>
        <p:txBody>
          <a:bodyPr anchor="t" bIns="0" lIns="0" rIns="0" rtlCol="0" tIns="0">
            <a:spAutoFit/>
          </a:bodyPr>
          <a:p>
            <a:pPr algn="ctr">
              <a:lnSpc>
                <a:spcPts val="4480"/>
              </a:lnSpc>
            </a:pPr>
            <a:r>
              <a:rPr sz="3200" lang="en-US">
                <a:solidFill>
                  <a:srgbClr val="E0DDAA"/>
                </a:solidFill>
                <a:latin typeface="DM Sans"/>
                <a:ea typeface="DM Sans"/>
                <a:cs typeface="DM Sans"/>
                <a:sym typeface="DM Sans"/>
              </a:rPr>
              <a:t>2</a:t>
            </a:r>
          </a:p>
        </p:txBody>
      </p:sp>
      <p:sp>
        <p:nvSpPr>
          <p:cNvPr id="1048602" name="TextBox 12"/>
          <p:cNvSpPr txBox="1"/>
          <p:nvPr/>
        </p:nvSpPr>
        <p:spPr>
          <a:xfrm rot="0">
            <a:off x="7206250" y="2905283"/>
            <a:ext cx="8028708" cy="533273"/>
          </a:xfrm>
          <a:prstGeom prst="rect"/>
        </p:spPr>
        <p:txBody>
          <a:bodyPr anchor="t" bIns="0" lIns="0" rIns="0" rtlCol="0" tIns="0">
            <a:spAutoFit/>
          </a:bodyPr>
          <a:p>
            <a:pPr algn="just">
              <a:lnSpc>
                <a:spcPts val="4199"/>
              </a:lnSpc>
            </a:pPr>
            <a:r>
              <a:rPr sz="2799" lang="en-US">
                <a:solidFill>
                  <a:srgbClr val="2D2D2D"/>
                </a:solidFill>
                <a:latin typeface="DM Sans"/>
                <a:ea typeface="DM Sans"/>
                <a:cs typeface="DM Sans"/>
                <a:sym typeface="DM Sans"/>
              </a:rPr>
              <a:t>Menampilkan beberapa pilihan gesture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6F6"/>
        </a:solidFill>
      </p:bgPr>
    </p:bg>
    <p:spTree>
      <p:nvGrpSpPr>
        <p:cNvPr id="24" name=""/>
        <p:cNvGrpSpPr/>
        <p:nvPr/>
      </p:nvGrpSpPr>
      <p:grpSpPr>
        <a:xfrm>
          <a:off x="0" y="0"/>
          <a:ext cx="0" cy="0"/>
          <a:chOff x="0" y="0"/>
          <a:chExt cx="0" cy="0"/>
        </a:xfrm>
      </p:grpSpPr>
      <p:grpSp>
        <p:nvGrpSpPr>
          <p:cNvPr id="25" name="Group 2"/>
          <p:cNvGrpSpPr/>
          <p:nvPr/>
        </p:nvGrpSpPr>
        <p:grpSpPr>
          <a:xfrm rot="0">
            <a:off x="17227762" y="9258300"/>
            <a:ext cx="1060238" cy="1028700"/>
            <a:chOff x="0" y="0"/>
            <a:chExt cx="523379" cy="507811"/>
          </a:xfrm>
        </p:grpSpPr>
        <p:sp>
          <p:nvSpPr>
            <p:cNvPr id="1048603" name="Freeform 3"/>
            <p:cNvSpPr/>
            <p:nvPr/>
          </p:nvSpPr>
          <p:spPr>
            <a:xfrm rot="0" flipH="0" flipV="0">
              <a:off x="0" y="0"/>
              <a:ext cx="523379" cy="507811"/>
            </a:xfrm>
            <a:custGeom>
              <a:avLst/>
              <a:ahLst/>
              <a:rect l="l" t="t" r="r" b="b"/>
              <a:pathLst>
                <a:path w="523379" h="507811">
                  <a:moveTo>
                    <a:pt x="0" y="0"/>
                  </a:moveTo>
                  <a:lnTo>
                    <a:pt x="523379" y="0"/>
                  </a:lnTo>
                  <a:lnTo>
                    <a:pt x="523379" y="507811"/>
                  </a:lnTo>
                  <a:lnTo>
                    <a:pt x="0" y="507811"/>
                  </a:lnTo>
                  <a:close/>
                </a:path>
              </a:pathLst>
            </a:custGeom>
            <a:solidFill>
              <a:srgbClr val="2D2D2D"/>
            </a:solidFill>
          </p:spPr>
        </p:sp>
      </p:grpSp>
      <p:sp>
        <p:nvSpPr>
          <p:cNvPr id="1048604" name="Freeform 4"/>
          <p:cNvSpPr/>
          <p:nvPr/>
        </p:nvSpPr>
        <p:spPr>
          <a:xfrm rot="0" flipH="0" flipV="1">
            <a:off x="12686811" y="8118609"/>
            <a:ext cx="2216016" cy="2216016"/>
          </a:xfrm>
          <a:custGeom>
            <a:avLst/>
            <a:ahLst/>
            <a:rect l="l" t="t" r="r" b="b"/>
            <a:pathLst>
              <a:path w="2216016" h="2216016">
                <a:moveTo>
                  <a:pt x="0" y="2216016"/>
                </a:moveTo>
                <a:lnTo>
                  <a:pt x="2216016" y="2216016"/>
                </a:lnTo>
                <a:lnTo>
                  <a:pt x="2216016" y="0"/>
                </a:lnTo>
                <a:lnTo>
                  <a:pt x="0" y="0"/>
                </a:lnTo>
                <a:lnTo>
                  <a:pt x="0" y="2216016"/>
                </a:lnTo>
                <a:close/>
              </a:path>
            </a:pathLst>
          </a:custGeom>
          <a:blipFill>
            <a:blip xmlns:r="http://schemas.openxmlformats.org/officeDocument/2006/relationships" r:embed="rId1"/>
            <a:stretch>
              <a:fillRect l="0" t="0" r="0" b="0"/>
            </a:stretch>
          </a:blipFill>
        </p:spPr>
      </p:sp>
      <p:sp>
        <p:nvSpPr>
          <p:cNvPr id="1048605" name="Freeform 5"/>
          <p:cNvSpPr/>
          <p:nvPr/>
        </p:nvSpPr>
        <p:spPr>
          <a:xfrm rot="0" flipH="1" flipV="0">
            <a:off x="0" y="0"/>
            <a:ext cx="1028700" cy="1028700"/>
          </a:xfrm>
          <a:custGeom>
            <a:avLst/>
            <a:ahLst/>
            <a:rect l="l" t="t" r="r" b="b"/>
            <a:pathLst>
              <a:path w="1028700" h="1028700">
                <a:moveTo>
                  <a:pt x="1028700" y="0"/>
                </a:moveTo>
                <a:lnTo>
                  <a:pt x="0" y="0"/>
                </a:lnTo>
                <a:lnTo>
                  <a:pt x="0" y="1028700"/>
                </a:lnTo>
                <a:lnTo>
                  <a:pt x="1028700" y="1028700"/>
                </a:lnTo>
                <a:lnTo>
                  <a:pt x="1028700" y="0"/>
                </a:lnTo>
                <a:close/>
              </a:path>
            </a:pathLst>
          </a:custGeom>
          <a:blipFill>
            <a:blip xmlns:r="http://schemas.openxmlformats.org/officeDocument/2006/relationships" r:embed="rId2"/>
            <a:stretch>
              <a:fillRect l="0" t="0" r="0" b="0"/>
            </a:stretch>
          </a:blipFill>
        </p:spPr>
      </p:sp>
      <p:sp>
        <p:nvSpPr>
          <p:cNvPr id="1048606" name="AutoShape 6"/>
          <p:cNvSpPr/>
          <p:nvPr/>
        </p:nvSpPr>
        <p:spPr>
          <a:xfrm rot="5400000">
            <a:off x="-3605352" y="5652265"/>
            <a:ext cx="9258579" cy="0"/>
          </a:xfrm>
          <a:prstGeom prst="line"/>
          <a:ln w="9525" cap="flat">
            <a:solidFill>
              <a:srgbClr val="2D2D2D"/>
            </a:solidFill>
            <a:prstDash val="solid"/>
            <a:headEnd type="none" w="sm" len="sm"/>
            <a:tailEnd type="none" w="sm" len="sm"/>
          </a:ln>
        </p:spPr>
      </p:sp>
      <p:sp>
        <p:nvSpPr>
          <p:cNvPr id="1048607" name="AutoShape 7"/>
          <p:cNvSpPr/>
          <p:nvPr/>
        </p:nvSpPr>
        <p:spPr>
          <a:xfrm rot="-10800000">
            <a:off x="1028700" y="1008688"/>
            <a:ext cx="17259300" cy="0"/>
          </a:xfrm>
          <a:prstGeom prst="line"/>
          <a:ln w="9525" cap="flat">
            <a:solidFill>
              <a:srgbClr val="2D2D2D"/>
            </a:solidFill>
            <a:prstDash val="solid"/>
            <a:headEnd type="none" w="sm" len="sm"/>
            <a:tailEnd type="none" w="sm" len="sm"/>
          </a:ln>
        </p:spPr>
      </p:sp>
      <p:sp>
        <p:nvSpPr>
          <p:cNvPr id="1048608" name="Freeform 8"/>
          <p:cNvSpPr/>
          <p:nvPr/>
        </p:nvSpPr>
        <p:spPr>
          <a:xfrm rot="-10800000" flipH="0" flipV="0">
            <a:off x="14902827" y="2981483"/>
            <a:ext cx="4512899" cy="4488283"/>
          </a:xfrm>
          <a:custGeom>
            <a:avLst/>
            <a:ahLst/>
            <a:rect l="l" t="t" r="r" b="b"/>
            <a:pathLst>
              <a:path w="4512899" h="4488283">
                <a:moveTo>
                  <a:pt x="0" y="0"/>
                </a:moveTo>
                <a:lnTo>
                  <a:pt x="4512899" y="0"/>
                </a:lnTo>
                <a:lnTo>
                  <a:pt x="4512899" y="4488283"/>
                </a:lnTo>
                <a:lnTo>
                  <a:pt x="0" y="4488283"/>
                </a:lnTo>
                <a:lnTo>
                  <a:pt x="0" y="0"/>
                </a:lnTo>
                <a:close/>
              </a:path>
            </a:pathLst>
          </a:custGeom>
          <a:blipFill>
            <a:blip xmlns:r="http://schemas.openxmlformats.org/officeDocument/2006/relationships" r:embed="rId3"/>
            <a:stretch>
              <a:fillRect l="0" t="0" r="0" b="0"/>
            </a:stretch>
          </a:blipFill>
        </p:spPr>
      </p:sp>
      <p:sp>
        <p:nvSpPr>
          <p:cNvPr id="1048609" name="Freeform 9"/>
          <p:cNvSpPr/>
          <p:nvPr/>
        </p:nvSpPr>
        <p:spPr>
          <a:xfrm rot="0" flipH="0" flipV="0">
            <a:off x="1993519" y="2981483"/>
            <a:ext cx="2717852" cy="3551850"/>
          </a:xfrm>
          <a:custGeom>
            <a:avLst/>
            <a:ahLst/>
            <a:rect l="l" t="t" r="r" b="b"/>
            <a:pathLst>
              <a:path w="2717852" h="3551850">
                <a:moveTo>
                  <a:pt x="0" y="0"/>
                </a:moveTo>
                <a:lnTo>
                  <a:pt x="2717852" y="0"/>
                </a:lnTo>
                <a:lnTo>
                  <a:pt x="2717852" y="3551849"/>
                </a:lnTo>
                <a:lnTo>
                  <a:pt x="0" y="3551849"/>
                </a:lnTo>
                <a:lnTo>
                  <a:pt x="0" y="0"/>
                </a:lnTo>
                <a:close/>
              </a:path>
            </a:pathLst>
          </a:custGeom>
          <a:blipFill>
            <a:blip xmlns:r="http://schemas.openxmlformats.org/officeDocument/2006/relationships" r:embed="rId4"/>
            <a:stretch>
              <a:fillRect l="0" t="0" r="0" b="0"/>
            </a:stretch>
          </a:blipFill>
        </p:spPr>
      </p:sp>
      <p:sp>
        <p:nvSpPr>
          <p:cNvPr id="1048610" name="Freeform 10"/>
          <p:cNvSpPr/>
          <p:nvPr/>
        </p:nvSpPr>
        <p:spPr>
          <a:xfrm rot="0" flipH="0" flipV="0">
            <a:off x="5133182" y="2981483"/>
            <a:ext cx="2741261" cy="3551850"/>
          </a:xfrm>
          <a:custGeom>
            <a:avLst/>
            <a:ahLst/>
            <a:rect l="l" t="t" r="r" b="b"/>
            <a:pathLst>
              <a:path w="2741261" h="3551850">
                <a:moveTo>
                  <a:pt x="0" y="0"/>
                </a:moveTo>
                <a:lnTo>
                  <a:pt x="2741261" y="0"/>
                </a:lnTo>
                <a:lnTo>
                  <a:pt x="2741261" y="3551849"/>
                </a:lnTo>
                <a:lnTo>
                  <a:pt x="0" y="3551849"/>
                </a:lnTo>
                <a:lnTo>
                  <a:pt x="0" y="0"/>
                </a:lnTo>
                <a:close/>
              </a:path>
            </a:pathLst>
          </a:custGeom>
          <a:blipFill>
            <a:blip xmlns:r="http://schemas.openxmlformats.org/officeDocument/2006/relationships" r:embed="rId5"/>
            <a:stretch>
              <a:fillRect l="0" t="0" r="0" b="0"/>
            </a:stretch>
          </a:blipFill>
        </p:spPr>
      </p:sp>
      <p:sp>
        <p:nvSpPr>
          <p:cNvPr id="1048611" name="Freeform 11"/>
          <p:cNvSpPr/>
          <p:nvPr/>
        </p:nvSpPr>
        <p:spPr>
          <a:xfrm rot="0" flipH="0" flipV="0">
            <a:off x="8256716" y="2981483"/>
            <a:ext cx="2744611" cy="3551850"/>
          </a:xfrm>
          <a:custGeom>
            <a:avLst/>
            <a:ahLst/>
            <a:rect l="l" t="t" r="r" b="b"/>
            <a:pathLst>
              <a:path w="2744611" h="3551850">
                <a:moveTo>
                  <a:pt x="0" y="0"/>
                </a:moveTo>
                <a:lnTo>
                  <a:pt x="2744611" y="0"/>
                </a:lnTo>
                <a:lnTo>
                  <a:pt x="2744611" y="3551849"/>
                </a:lnTo>
                <a:lnTo>
                  <a:pt x="0" y="3551849"/>
                </a:lnTo>
                <a:lnTo>
                  <a:pt x="0" y="0"/>
                </a:lnTo>
                <a:close/>
              </a:path>
            </a:pathLst>
          </a:custGeom>
          <a:blipFill>
            <a:blip xmlns:r="http://schemas.openxmlformats.org/officeDocument/2006/relationships" r:embed="rId6"/>
            <a:stretch>
              <a:fillRect l="0" t="0" r="0" b="0"/>
            </a:stretch>
          </a:blipFill>
        </p:spPr>
      </p:sp>
      <p:sp>
        <p:nvSpPr>
          <p:cNvPr id="1048612" name="TextBox 12"/>
          <p:cNvSpPr txBox="1"/>
          <p:nvPr/>
        </p:nvSpPr>
        <p:spPr>
          <a:xfrm rot="0">
            <a:off x="1993519" y="1888817"/>
            <a:ext cx="6848808" cy="853313"/>
          </a:xfrm>
          <a:prstGeom prst="rect"/>
        </p:spPr>
        <p:txBody>
          <a:bodyPr anchor="t" bIns="0" lIns="0" rIns="0" rtlCol="0" tIns="0">
            <a:spAutoFit/>
          </a:bodyPr>
          <a:p>
            <a:pPr algn="l">
              <a:lnSpc>
                <a:spcPts val="6719"/>
              </a:lnSpc>
            </a:pPr>
            <a:r>
              <a:rPr b="1" sz="4800" lang="en-US">
                <a:solidFill>
                  <a:srgbClr val="2D2D2D"/>
                </a:solidFill>
                <a:latin typeface="Fraunces Heavy"/>
                <a:ea typeface="Fraunces Heavy"/>
                <a:cs typeface="Fraunces Heavy"/>
                <a:sym typeface="Fraunces Heavy"/>
              </a:rPr>
              <a:t>Tap Interaction</a:t>
            </a:r>
          </a:p>
        </p:txBody>
      </p:sp>
      <p:sp>
        <p:nvSpPr>
          <p:cNvPr id="1048613" name="TextBox 13"/>
          <p:cNvSpPr txBox="1"/>
          <p:nvPr/>
        </p:nvSpPr>
        <p:spPr>
          <a:xfrm rot="0">
            <a:off x="2505583" y="6610303"/>
            <a:ext cx="1693724" cy="386206"/>
          </a:xfrm>
          <a:prstGeom prst="rect"/>
        </p:spPr>
        <p:txBody>
          <a:bodyPr anchor="t" bIns="0" lIns="0" rIns="0" rtlCol="0" tIns="0">
            <a:spAutoFit/>
          </a:bodyPr>
          <a:p>
            <a:pPr algn="just">
              <a:lnSpc>
                <a:spcPts val="3041"/>
              </a:lnSpc>
            </a:pPr>
            <a:r>
              <a:rPr sz="2027" lang="en-US">
                <a:solidFill>
                  <a:srgbClr val="2D2D2D"/>
                </a:solidFill>
                <a:latin typeface="DM Sans"/>
                <a:ea typeface="DM Sans"/>
                <a:cs typeface="DM Sans"/>
                <a:sym typeface="DM Sans"/>
              </a:rPr>
              <a:t>Tampilan awal</a:t>
            </a:r>
          </a:p>
        </p:txBody>
      </p:sp>
      <p:sp>
        <p:nvSpPr>
          <p:cNvPr id="1048614" name="TextBox 14"/>
          <p:cNvSpPr txBox="1"/>
          <p:nvPr/>
        </p:nvSpPr>
        <p:spPr>
          <a:xfrm rot="0">
            <a:off x="17371077" y="9465628"/>
            <a:ext cx="773608" cy="547370"/>
          </a:xfrm>
          <a:prstGeom prst="rect"/>
        </p:spPr>
        <p:txBody>
          <a:bodyPr anchor="t" bIns="0" lIns="0" rIns="0" rtlCol="0" tIns="0">
            <a:spAutoFit/>
          </a:bodyPr>
          <a:p>
            <a:pPr algn="ctr">
              <a:lnSpc>
                <a:spcPts val="4480"/>
              </a:lnSpc>
            </a:pPr>
            <a:r>
              <a:rPr sz="3200" lang="en-US">
                <a:solidFill>
                  <a:srgbClr val="E0DDAA"/>
                </a:solidFill>
                <a:latin typeface="DM Sans"/>
                <a:ea typeface="DM Sans"/>
                <a:cs typeface="DM Sans"/>
                <a:sym typeface="DM Sans"/>
              </a:rPr>
              <a:t>2</a:t>
            </a:r>
          </a:p>
        </p:txBody>
      </p:sp>
      <p:sp>
        <p:nvSpPr>
          <p:cNvPr id="1048615" name="TextBox 15"/>
          <p:cNvSpPr txBox="1"/>
          <p:nvPr/>
        </p:nvSpPr>
        <p:spPr>
          <a:xfrm rot="0">
            <a:off x="5150690" y="6610303"/>
            <a:ext cx="2723753" cy="386206"/>
          </a:xfrm>
          <a:prstGeom prst="rect"/>
        </p:spPr>
        <p:txBody>
          <a:bodyPr anchor="t" bIns="0" lIns="0" rIns="0" rtlCol="0" tIns="0">
            <a:spAutoFit/>
          </a:bodyPr>
          <a:p>
            <a:pPr algn="just">
              <a:lnSpc>
                <a:spcPts val="3041"/>
              </a:lnSpc>
            </a:pPr>
            <a:r>
              <a:rPr sz="2027" lang="en-US">
                <a:solidFill>
                  <a:srgbClr val="2D2D2D"/>
                </a:solidFill>
                <a:latin typeface="DM Sans"/>
                <a:ea typeface="DM Sans"/>
                <a:cs typeface="DM Sans"/>
                <a:sym typeface="DM Sans"/>
              </a:rPr>
              <a:t>Tampilan ketika di klik</a:t>
            </a:r>
          </a:p>
        </p:txBody>
      </p:sp>
      <p:sp>
        <p:nvSpPr>
          <p:cNvPr id="1048616" name="TextBox 16"/>
          <p:cNvSpPr txBox="1"/>
          <p:nvPr/>
        </p:nvSpPr>
        <p:spPr>
          <a:xfrm rot="0">
            <a:off x="8152218" y="6610303"/>
            <a:ext cx="2953606" cy="386206"/>
          </a:xfrm>
          <a:prstGeom prst="rect"/>
        </p:spPr>
        <p:txBody>
          <a:bodyPr anchor="t" bIns="0" lIns="0" rIns="0" rtlCol="0" tIns="0">
            <a:spAutoFit/>
          </a:bodyPr>
          <a:p>
            <a:pPr algn="just">
              <a:lnSpc>
                <a:spcPts val="3041"/>
              </a:lnSpc>
            </a:pPr>
            <a:r>
              <a:rPr sz="2027" lang="en-US">
                <a:solidFill>
                  <a:srgbClr val="2D2D2D"/>
                </a:solidFill>
                <a:latin typeface="DM Sans"/>
                <a:ea typeface="DM Sans"/>
                <a:cs typeface="DM Sans"/>
                <a:sym typeface="DM Sans"/>
              </a:rPr>
              <a:t>Tampilan ketika di tahan</a:t>
            </a:r>
          </a:p>
        </p:txBody>
      </p:sp>
      <p:sp>
        <p:nvSpPr>
          <p:cNvPr id="1048617" name="TextBox 17"/>
          <p:cNvSpPr txBox="1"/>
          <p:nvPr/>
        </p:nvSpPr>
        <p:spPr>
          <a:xfrm rot="0">
            <a:off x="1993519" y="7276133"/>
            <a:ext cx="11299274" cy="2317242"/>
          </a:xfrm>
          <a:prstGeom prst="rect"/>
        </p:spPr>
        <p:txBody>
          <a:bodyPr anchor="t" bIns="0" lIns="0" rIns="0" rtlCol="0" tIns="0">
            <a:spAutoFit/>
          </a:bodyPr>
          <a:p>
            <a:pPr algn="just">
              <a:lnSpc>
                <a:spcPts val="3041"/>
              </a:lnSpc>
            </a:pPr>
            <a:r>
              <a:rPr sz="2027" lang="en-US">
                <a:solidFill>
                  <a:srgbClr val="2D2D2D"/>
                </a:solidFill>
                <a:latin typeface="DM Sans"/>
                <a:ea typeface="DM Sans"/>
                <a:cs typeface="DM Sans"/>
                <a:sym typeface="DM Sans"/>
              </a:rPr>
              <a:t>Kode ini membuat objek interaktif di Flutter yang merespons berbagai jenis sentuhan. Variabel size mengatur ukuran dan color mengatur warna objek. Melalui GestureDetector, tap akan memanggil fungsi randomize() untuk mengganti ukuran dan warna secara bergantian, double tap mengubah warna menjadi hijau, dan long press memperbesar ukuran menjadi lebih besar. Perubahan tampilan dibuat halus menggunakan AnimatedContainer, sehingga setiap perubahan ukuran dan warna terlihat dengan animasi.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6F6"/>
        </a:solidFill>
      </p:bgPr>
    </p:bg>
    <p:spTree>
      <p:nvGrpSpPr>
        <p:cNvPr id="26" name=""/>
        <p:cNvGrpSpPr/>
        <p:nvPr/>
      </p:nvGrpSpPr>
      <p:grpSpPr>
        <a:xfrm>
          <a:off x="0" y="0"/>
          <a:ext cx="0" cy="0"/>
          <a:chOff x="0" y="0"/>
          <a:chExt cx="0" cy="0"/>
        </a:xfrm>
      </p:grpSpPr>
      <p:grpSp>
        <p:nvGrpSpPr>
          <p:cNvPr id="27" name="Group 2"/>
          <p:cNvGrpSpPr/>
          <p:nvPr/>
        </p:nvGrpSpPr>
        <p:grpSpPr>
          <a:xfrm rot="0">
            <a:off x="17227762" y="9258300"/>
            <a:ext cx="1060238" cy="1028700"/>
            <a:chOff x="0" y="0"/>
            <a:chExt cx="523379" cy="507811"/>
          </a:xfrm>
        </p:grpSpPr>
        <p:sp>
          <p:nvSpPr>
            <p:cNvPr id="1048618" name="Freeform 3"/>
            <p:cNvSpPr/>
            <p:nvPr/>
          </p:nvSpPr>
          <p:spPr>
            <a:xfrm rot="0" flipH="0" flipV="0">
              <a:off x="0" y="0"/>
              <a:ext cx="523379" cy="507811"/>
            </a:xfrm>
            <a:custGeom>
              <a:avLst/>
              <a:ahLst/>
              <a:rect l="l" t="t" r="r" b="b"/>
              <a:pathLst>
                <a:path w="523379" h="507811">
                  <a:moveTo>
                    <a:pt x="0" y="0"/>
                  </a:moveTo>
                  <a:lnTo>
                    <a:pt x="523379" y="0"/>
                  </a:lnTo>
                  <a:lnTo>
                    <a:pt x="523379" y="507811"/>
                  </a:lnTo>
                  <a:lnTo>
                    <a:pt x="0" y="507811"/>
                  </a:lnTo>
                  <a:close/>
                </a:path>
              </a:pathLst>
            </a:custGeom>
            <a:solidFill>
              <a:srgbClr val="2D2D2D"/>
            </a:solidFill>
          </p:spPr>
        </p:sp>
      </p:grpSp>
      <p:sp>
        <p:nvSpPr>
          <p:cNvPr id="1048619" name="Freeform 4"/>
          <p:cNvSpPr/>
          <p:nvPr/>
        </p:nvSpPr>
        <p:spPr>
          <a:xfrm rot="0" flipH="0" flipV="1">
            <a:off x="12686811" y="8118609"/>
            <a:ext cx="2216016" cy="2216016"/>
          </a:xfrm>
          <a:custGeom>
            <a:avLst/>
            <a:ahLst/>
            <a:rect l="l" t="t" r="r" b="b"/>
            <a:pathLst>
              <a:path w="2216016" h="2216016">
                <a:moveTo>
                  <a:pt x="0" y="2216016"/>
                </a:moveTo>
                <a:lnTo>
                  <a:pt x="2216016" y="2216016"/>
                </a:lnTo>
                <a:lnTo>
                  <a:pt x="2216016" y="0"/>
                </a:lnTo>
                <a:lnTo>
                  <a:pt x="0" y="0"/>
                </a:lnTo>
                <a:lnTo>
                  <a:pt x="0" y="2216016"/>
                </a:lnTo>
                <a:close/>
              </a:path>
            </a:pathLst>
          </a:custGeom>
          <a:blipFill>
            <a:blip xmlns:r="http://schemas.openxmlformats.org/officeDocument/2006/relationships" r:embed="rId1"/>
            <a:stretch>
              <a:fillRect l="0" t="0" r="0" b="0"/>
            </a:stretch>
          </a:blipFill>
        </p:spPr>
      </p:sp>
      <p:sp>
        <p:nvSpPr>
          <p:cNvPr id="1048620" name="Freeform 5"/>
          <p:cNvSpPr/>
          <p:nvPr/>
        </p:nvSpPr>
        <p:spPr>
          <a:xfrm rot="0" flipH="1" flipV="0">
            <a:off x="0" y="0"/>
            <a:ext cx="1028700" cy="1028700"/>
          </a:xfrm>
          <a:custGeom>
            <a:avLst/>
            <a:ahLst/>
            <a:rect l="l" t="t" r="r" b="b"/>
            <a:pathLst>
              <a:path w="1028700" h="1028700">
                <a:moveTo>
                  <a:pt x="1028700" y="0"/>
                </a:moveTo>
                <a:lnTo>
                  <a:pt x="0" y="0"/>
                </a:lnTo>
                <a:lnTo>
                  <a:pt x="0" y="1028700"/>
                </a:lnTo>
                <a:lnTo>
                  <a:pt x="1028700" y="1028700"/>
                </a:lnTo>
                <a:lnTo>
                  <a:pt x="1028700" y="0"/>
                </a:lnTo>
                <a:close/>
              </a:path>
            </a:pathLst>
          </a:custGeom>
          <a:blipFill>
            <a:blip xmlns:r="http://schemas.openxmlformats.org/officeDocument/2006/relationships" r:embed="rId2"/>
            <a:stretch>
              <a:fillRect l="0" t="0" r="0" b="0"/>
            </a:stretch>
          </a:blipFill>
        </p:spPr>
      </p:sp>
      <p:sp>
        <p:nvSpPr>
          <p:cNvPr id="1048621" name="AutoShape 6"/>
          <p:cNvSpPr/>
          <p:nvPr/>
        </p:nvSpPr>
        <p:spPr>
          <a:xfrm rot="5400000">
            <a:off x="-3605352" y="5652265"/>
            <a:ext cx="9258579" cy="0"/>
          </a:xfrm>
          <a:prstGeom prst="line"/>
          <a:ln w="9525" cap="flat">
            <a:solidFill>
              <a:srgbClr val="2D2D2D"/>
            </a:solidFill>
            <a:prstDash val="solid"/>
            <a:headEnd type="none" w="sm" len="sm"/>
            <a:tailEnd type="none" w="sm" len="sm"/>
          </a:ln>
        </p:spPr>
      </p:sp>
      <p:sp>
        <p:nvSpPr>
          <p:cNvPr id="1048622" name="AutoShape 7"/>
          <p:cNvSpPr/>
          <p:nvPr/>
        </p:nvSpPr>
        <p:spPr>
          <a:xfrm rot="-10800000">
            <a:off x="1028700" y="1008688"/>
            <a:ext cx="17259300" cy="0"/>
          </a:xfrm>
          <a:prstGeom prst="line"/>
          <a:ln w="9525" cap="flat">
            <a:solidFill>
              <a:srgbClr val="2D2D2D"/>
            </a:solidFill>
            <a:prstDash val="solid"/>
            <a:headEnd type="none" w="sm" len="sm"/>
            <a:tailEnd type="none" w="sm" len="sm"/>
          </a:ln>
        </p:spPr>
      </p:sp>
      <p:sp>
        <p:nvSpPr>
          <p:cNvPr id="1048623" name="Freeform 8"/>
          <p:cNvSpPr/>
          <p:nvPr/>
        </p:nvSpPr>
        <p:spPr>
          <a:xfrm rot="-10800000" flipH="0" flipV="0">
            <a:off x="14902827" y="2981483"/>
            <a:ext cx="4512899" cy="4488283"/>
          </a:xfrm>
          <a:custGeom>
            <a:avLst/>
            <a:ahLst/>
            <a:rect l="l" t="t" r="r" b="b"/>
            <a:pathLst>
              <a:path w="4512899" h="4488283">
                <a:moveTo>
                  <a:pt x="0" y="0"/>
                </a:moveTo>
                <a:lnTo>
                  <a:pt x="4512899" y="0"/>
                </a:lnTo>
                <a:lnTo>
                  <a:pt x="4512899" y="4488283"/>
                </a:lnTo>
                <a:lnTo>
                  <a:pt x="0" y="4488283"/>
                </a:lnTo>
                <a:lnTo>
                  <a:pt x="0" y="0"/>
                </a:lnTo>
                <a:close/>
              </a:path>
            </a:pathLst>
          </a:custGeom>
          <a:blipFill>
            <a:blip xmlns:r="http://schemas.openxmlformats.org/officeDocument/2006/relationships" r:embed="rId3"/>
            <a:stretch>
              <a:fillRect l="0" t="0" r="0" b="0"/>
            </a:stretch>
          </a:blipFill>
        </p:spPr>
      </p:sp>
      <p:sp>
        <p:nvSpPr>
          <p:cNvPr id="1048624" name="Freeform 9"/>
          <p:cNvSpPr/>
          <p:nvPr/>
        </p:nvSpPr>
        <p:spPr>
          <a:xfrm rot="0" flipH="0" flipV="0">
            <a:off x="2042420" y="2990936"/>
            <a:ext cx="2709761" cy="3542397"/>
          </a:xfrm>
          <a:custGeom>
            <a:avLst/>
            <a:ahLst/>
            <a:rect l="l" t="t" r="r" b="b"/>
            <a:pathLst>
              <a:path w="2709761" h="3542397">
                <a:moveTo>
                  <a:pt x="0" y="0"/>
                </a:moveTo>
                <a:lnTo>
                  <a:pt x="2709762" y="0"/>
                </a:lnTo>
                <a:lnTo>
                  <a:pt x="2709762" y="3542396"/>
                </a:lnTo>
                <a:lnTo>
                  <a:pt x="0" y="3542396"/>
                </a:lnTo>
                <a:lnTo>
                  <a:pt x="0" y="0"/>
                </a:lnTo>
                <a:close/>
              </a:path>
            </a:pathLst>
          </a:custGeom>
          <a:blipFill>
            <a:blip xmlns:r="http://schemas.openxmlformats.org/officeDocument/2006/relationships" r:embed="rId4"/>
            <a:stretch>
              <a:fillRect l="0" t="0" r="0" b="0"/>
            </a:stretch>
          </a:blipFill>
        </p:spPr>
      </p:sp>
      <p:sp>
        <p:nvSpPr>
          <p:cNvPr id="1048625" name="Freeform 10"/>
          <p:cNvSpPr/>
          <p:nvPr/>
        </p:nvSpPr>
        <p:spPr>
          <a:xfrm rot="0" flipH="0" flipV="0">
            <a:off x="5150690" y="2981483"/>
            <a:ext cx="2741261" cy="3597287"/>
          </a:xfrm>
          <a:custGeom>
            <a:avLst/>
            <a:ahLst/>
            <a:rect l="l" t="t" r="r" b="b"/>
            <a:pathLst>
              <a:path w="2741261" h="3597287">
                <a:moveTo>
                  <a:pt x="0" y="0"/>
                </a:moveTo>
                <a:lnTo>
                  <a:pt x="2741262" y="0"/>
                </a:lnTo>
                <a:lnTo>
                  <a:pt x="2741262" y="3597287"/>
                </a:lnTo>
                <a:lnTo>
                  <a:pt x="0" y="3597287"/>
                </a:lnTo>
                <a:lnTo>
                  <a:pt x="0" y="0"/>
                </a:lnTo>
                <a:close/>
              </a:path>
            </a:pathLst>
          </a:custGeom>
          <a:blipFill>
            <a:blip xmlns:r="http://schemas.openxmlformats.org/officeDocument/2006/relationships" r:embed="rId5"/>
            <a:stretch>
              <a:fillRect l="0" t="0" r="0" b="0"/>
            </a:stretch>
          </a:blipFill>
        </p:spPr>
      </p:sp>
      <p:sp>
        <p:nvSpPr>
          <p:cNvPr id="1048626" name="TextBox 11"/>
          <p:cNvSpPr txBox="1"/>
          <p:nvPr/>
        </p:nvSpPr>
        <p:spPr>
          <a:xfrm rot="0">
            <a:off x="1993519" y="1888817"/>
            <a:ext cx="6848808" cy="853313"/>
          </a:xfrm>
          <a:prstGeom prst="rect"/>
        </p:spPr>
        <p:txBody>
          <a:bodyPr anchor="t" bIns="0" lIns="0" rIns="0" rtlCol="0" tIns="0">
            <a:spAutoFit/>
          </a:bodyPr>
          <a:p>
            <a:pPr algn="l">
              <a:lnSpc>
                <a:spcPts val="6719"/>
              </a:lnSpc>
            </a:pPr>
            <a:r>
              <a:rPr b="1" sz="4800" lang="en-US">
                <a:solidFill>
                  <a:srgbClr val="2D2D2D"/>
                </a:solidFill>
                <a:latin typeface="Fraunces Heavy"/>
                <a:ea typeface="Fraunces Heavy"/>
                <a:cs typeface="Fraunces Heavy"/>
                <a:sym typeface="Fraunces Heavy"/>
              </a:rPr>
              <a:t>Drag Movement</a:t>
            </a:r>
          </a:p>
        </p:txBody>
      </p:sp>
      <p:sp>
        <p:nvSpPr>
          <p:cNvPr id="1048627" name="TextBox 12"/>
          <p:cNvSpPr txBox="1"/>
          <p:nvPr/>
        </p:nvSpPr>
        <p:spPr>
          <a:xfrm rot="0">
            <a:off x="2505583" y="6610303"/>
            <a:ext cx="1693724" cy="386206"/>
          </a:xfrm>
          <a:prstGeom prst="rect"/>
        </p:spPr>
        <p:txBody>
          <a:bodyPr anchor="t" bIns="0" lIns="0" rIns="0" rtlCol="0" tIns="0">
            <a:spAutoFit/>
          </a:bodyPr>
          <a:p>
            <a:pPr algn="just">
              <a:lnSpc>
                <a:spcPts val="3041"/>
              </a:lnSpc>
            </a:pPr>
            <a:r>
              <a:rPr sz="2027" lang="en-US">
                <a:solidFill>
                  <a:srgbClr val="2D2D2D"/>
                </a:solidFill>
                <a:latin typeface="DM Sans"/>
                <a:ea typeface="DM Sans"/>
                <a:cs typeface="DM Sans"/>
                <a:sym typeface="DM Sans"/>
              </a:rPr>
              <a:t>Tampilan awal</a:t>
            </a:r>
          </a:p>
        </p:txBody>
      </p:sp>
      <p:sp>
        <p:nvSpPr>
          <p:cNvPr id="1048628" name="TextBox 13"/>
          <p:cNvSpPr txBox="1"/>
          <p:nvPr/>
        </p:nvSpPr>
        <p:spPr>
          <a:xfrm rot="0">
            <a:off x="17371077" y="9465628"/>
            <a:ext cx="773608" cy="547370"/>
          </a:xfrm>
          <a:prstGeom prst="rect"/>
        </p:spPr>
        <p:txBody>
          <a:bodyPr anchor="t" bIns="0" lIns="0" rIns="0" rtlCol="0" tIns="0">
            <a:spAutoFit/>
          </a:bodyPr>
          <a:p>
            <a:pPr algn="ctr">
              <a:lnSpc>
                <a:spcPts val="4480"/>
              </a:lnSpc>
            </a:pPr>
            <a:r>
              <a:rPr sz="3200" lang="en-US">
                <a:solidFill>
                  <a:srgbClr val="E0DDAA"/>
                </a:solidFill>
                <a:latin typeface="DM Sans"/>
                <a:ea typeface="DM Sans"/>
                <a:cs typeface="DM Sans"/>
                <a:sym typeface="DM Sans"/>
              </a:rPr>
              <a:t>2</a:t>
            </a:r>
          </a:p>
        </p:txBody>
      </p:sp>
      <p:sp>
        <p:nvSpPr>
          <p:cNvPr id="1048629" name="TextBox 14"/>
          <p:cNvSpPr txBox="1"/>
          <p:nvPr/>
        </p:nvSpPr>
        <p:spPr>
          <a:xfrm rot="0">
            <a:off x="5150690" y="6610303"/>
            <a:ext cx="3001528" cy="386206"/>
          </a:xfrm>
          <a:prstGeom prst="rect"/>
        </p:spPr>
        <p:txBody>
          <a:bodyPr anchor="t" bIns="0" lIns="0" rIns="0" rtlCol="0" tIns="0">
            <a:spAutoFit/>
          </a:bodyPr>
          <a:p>
            <a:pPr algn="just">
              <a:lnSpc>
                <a:spcPts val="3041"/>
              </a:lnSpc>
            </a:pPr>
            <a:r>
              <a:rPr sz="2027" lang="en-US">
                <a:solidFill>
                  <a:srgbClr val="2D2D2D"/>
                </a:solidFill>
                <a:latin typeface="DM Sans"/>
                <a:ea typeface="DM Sans"/>
                <a:cs typeface="DM Sans"/>
                <a:sym typeface="DM Sans"/>
              </a:rPr>
              <a:t>Tampilan ketika digeser</a:t>
            </a:r>
          </a:p>
        </p:txBody>
      </p:sp>
      <p:sp>
        <p:nvSpPr>
          <p:cNvPr id="1048630" name="TextBox 15"/>
          <p:cNvSpPr txBox="1"/>
          <p:nvPr/>
        </p:nvSpPr>
        <p:spPr>
          <a:xfrm rot="0">
            <a:off x="8152218" y="2652722"/>
            <a:ext cx="5642600" cy="4634484"/>
          </a:xfrm>
          <a:prstGeom prst="rect"/>
        </p:spPr>
        <p:txBody>
          <a:bodyPr anchor="t" bIns="0" lIns="0" rIns="0" rtlCol="0" tIns="0">
            <a:spAutoFit/>
          </a:bodyPr>
          <a:p>
            <a:pPr algn="just">
              <a:lnSpc>
                <a:spcPts val="3041"/>
              </a:lnSpc>
            </a:pPr>
            <a:r>
              <a:rPr sz="2027" lang="en-US">
                <a:solidFill>
                  <a:srgbClr val="2D2D2D"/>
                </a:solidFill>
                <a:latin typeface="DM Sans"/>
                <a:ea typeface="DM Sans"/>
                <a:cs typeface="DM Sans"/>
                <a:sym typeface="DM Sans"/>
              </a:rPr>
              <a:t>Kode tersebut merupakan implementasi fitur drag (geser) pada sebuah objek di Flutter menggunakan StatefulWidget agar posisi objek dapat berubah secara dinamis. Variabel x dan y digunakan untuk menyimpan posisi horizontal dan vertikal dari objek. Tampilan dibangun menggunakan Scaffold sebagai kerangka utama, dengan AppBar sebagai judul dan Stack untuk memungkinkan penempatan widget secara bebas. Objek ditampilkan menggunakan Positioned yang posisinya bergantung pada nilai x dan y. </a:t>
            </a:r>
          </a:p>
        </p:txBody>
      </p:sp>
      <p:sp>
        <p:nvSpPr>
          <p:cNvPr id="1048631" name="TextBox 16"/>
          <p:cNvSpPr txBox="1"/>
          <p:nvPr/>
        </p:nvSpPr>
        <p:spPr>
          <a:xfrm rot="0">
            <a:off x="2042420" y="7542431"/>
            <a:ext cx="11752398" cy="1544828"/>
          </a:xfrm>
          <a:prstGeom prst="rect"/>
        </p:spPr>
        <p:txBody>
          <a:bodyPr anchor="t" bIns="0" lIns="0" rIns="0" rtlCol="0" tIns="0">
            <a:spAutoFit/>
          </a:bodyPr>
          <a:p>
            <a:pPr algn="just">
              <a:lnSpc>
                <a:spcPts val="3041"/>
              </a:lnSpc>
            </a:pPr>
            <a:r>
              <a:rPr sz="2027" lang="en-US">
                <a:solidFill>
                  <a:srgbClr val="2D2D2D"/>
                </a:solidFill>
                <a:latin typeface="DM Sans"/>
                <a:ea typeface="DM Sans"/>
                <a:cs typeface="DM Sans"/>
                <a:sym typeface="DM Sans"/>
              </a:rPr>
              <a:t>Untuk mendeteksi gerakan pengguna, digunakan GestureDetector dengan event onPanUpdate, yang akan memperbarui nilai posisi berdasarkan pergerakan jari (delta.dx dan delta.dy). Perubahan ini dibungkus dalam setState() agar UI otomatis diperbarui. Objek visualnya menggunakan AnimatedContainer sehingga pergerakan terlihat lebih halus dengan animasi singkat.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6F6"/>
        </a:solidFill>
      </p:bgPr>
    </p:bg>
    <p:spTree>
      <p:nvGrpSpPr>
        <p:cNvPr id="28" name=""/>
        <p:cNvGrpSpPr/>
        <p:nvPr/>
      </p:nvGrpSpPr>
      <p:grpSpPr>
        <a:xfrm>
          <a:off x="0" y="0"/>
          <a:ext cx="0" cy="0"/>
          <a:chOff x="0" y="0"/>
          <a:chExt cx="0" cy="0"/>
        </a:xfrm>
      </p:grpSpPr>
      <p:grpSp>
        <p:nvGrpSpPr>
          <p:cNvPr id="29" name="Group 2"/>
          <p:cNvGrpSpPr/>
          <p:nvPr/>
        </p:nvGrpSpPr>
        <p:grpSpPr>
          <a:xfrm rot="0">
            <a:off x="17227762" y="9258300"/>
            <a:ext cx="1060238" cy="1028700"/>
            <a:chOff x="0" y="0"/>
            <a:chExt cx="523379" cy="507811"/>
          </a:xfrm>
        </p:grpSpPr>
        <p:sp>
          <p:nvSpPr>
            <p:cNvPr id="1048632" name="Freeform 3"/>
            <p:cNvSpPr/>
            <p:nvPr/>
          </p:nvSpPr>
          <p:spPr>
            <a:xfrm rot="0" flipH="0" flipV="0">
              <a:off x="0" y="0"/>
              <a:ext cx="523379" cy="507811"/>
            </a:xfrm>
            <a:custGeom>
              <a:avLst/>
              <a:ahLst/>
              <a:rect l="l" t="t" r="r" b="b"/>
              <a:pathLst>
                <a:path w="523379" h="507811">
                  <a:moveTo>
                    <a:pt x="0" y="0"/>
                  </a:moveTo>
                  <a:lnTo>
                    <a:pt x="523379" y="0"/>
                  </a:lnTo>
                  <a:lnTo>
                    <a:pt x="523379" y="507811"/>
                  </a:lnTo>
                  <a:lnTo>
                    <a:pt x="0" y="507811"/>
                  </a:lnTo>
                  <a:close/>
                </a:path>
              </a:pathLst>
            </a:custGeom>
            <a:solidFill>
              <a:srgbClr val="2D2D2D"/>
            </a:solidFill>
          </p:spPr>
        </p:sp>
      </p:grpSp>
      <p:sp>
        <p:nvSpPr>
          <p:cNvPr id="1048633" name="Freeform 4"/>
          <p:cNvSpPr/>
          <p:nvPr/>
        </p:nvSpPr>
        <p:spPr>
          <a:xfrm rot="0" flipH="0" flipV="1">
            <a:off x="13841962" y="8070301"/>
            <a:ext cx="2216016" cy="2216016"/>
          </a:xfrm>
          <a:custGeom>
            <a:avLst/>
            <a:ahLst/>
            <a:rect l="l" t="t" r="r" b="b"/>
            <a:pathLst>
              <a:path w="2216016" h="2216016">
                <a:moveTo>
                  <a:pt x="0" y="2216016"/>
                </a:moveTo>
                <a:lnTo>
                  <a:pt x="2216017" y="2216016"/>
                </a:lnTo>
                <a:lnTo>
                  <a:pt x="2216017" y="0"/>
                </a:lnTo>
                <a:lnTo>
                  <a:pt x="0" y="0"/>
                </a:lnTo>
                <a:lnTo>
                  <a:pt x="0" y="2216016"/>
                </a:lnTo>
                <a:close/>
              </a:path>
            </a:pathLst>
          </a:custGeom>
          <a:blipFill>
            <a:blip xmlns:r="http://schemas.openxmlformats.org/officeDocument/2006/relationships" r:embed="rId1"/>
            <a:stretch>
              <a:fillRect l="0" t="0" r="0" b="0"/>
            </a:stretch>
          </a:blipFill>
        </p:spPr>
      </p:sp>
      <p:sp>
        <p:nvSpPr>
          <p:cNvPr id="1048634" name="Freeform 5"/>
          <p:cNvSpPr/>
          <p:nvPr/>
        </p:nvSpPr>
        <p:spPr>
          <a:xfrm rot="0" flipH="1" flipV="0">
            <a:off x="0" y="0"/>
            <a:ext cx="1028700" cy="1028700"/>
          </a:xfrm>
          <a:custGeom>
            <a:avLst/>
            <a:ahLst/>
            <a:rect l="l" t="t" r="r" b="b"/>
            <a:pathLst>
              <a:path w="1028700" h="1028700">
                <a:moveTo>
                  <a:pt x="1028700" y="0"/>
                </a:moveTo>
                <a:lnTo>
                  <a:pt x="0" y="0"/>
                </a:lnTo>
                <a:lnTo>
                  <a:pt x="0" y="1028700"/>
                </a:lnTo>
                <a:lnTo>
                  <a:pt x="1028700" y="1028700"/>
                </a:lnTo>
                <a:lnTo>
                  <a:pt x="1028700" y="0"/>
                </a:lnTo>
                <a:close/>
              </a:path>
            </a:pathLst>
          </a:custGeom>
          <a:blipFill>
            <a:blip xmlns:r="http://schemas.openxmlformats.org/officeDocument/2006/relationships" r:embed="rId2"/>
            <a:stretch>
              <a:fillRect l="0" t="0" r="0" b="0"/>
            </a:stretch>
          </a:blipFill>
        </p:spPr>
      </p:sp>
      <p:sp>
        <p:nvSpPr>
          <p:cNvPr id="1048635" name="AutoShape 6"/>
          <p:cNvSpPr/>
          <p:nvPr/>
        </p:nvSpPr>
        <p:spPr>
          <a:xfrm rot="5400000">
            <a:off x="-3605352" y="5652265"/>
            <a:ext cx="9258579" cy="0"/>
          </a:xfrm>
          <a:prstGeom prst="line"/>
          <a:ln w="9525" cap="flat">
            <a:solidFill>
              <a:srgbClr val="2D2D2D"/>
            </a:solidFill>
            <a:prstDash val="solid"/>
            <a:headEnd type="none" w="sm" len="sm"/>
            <a:tailEnd type="none" w="sm" len="sm"/>
          </a:ln>
        </p:spPr>
      </p:sp>
      <p:sp>
        <p:nvSpPr>
          <p:cNvPr id="1048636" name="AutoShape 7"/>
          <p:cNvSpPr/>
          <p:nvPr/>
        </p:nvSpPr>
        <p:spPr>
          <a:xfrm rot="-10800000">
            <a:off x="1028700" y="1008688"/>
            <a:ext cx="17259300" cy="0"/>
          </a:xfrm>
          <a:prstGeom prst="line"/>
          <a:ln w="9525" cap="flat">
            <a:solidFill>
              <a:srgbClr val="2D2D2D"/>
            </a:solidFill>
            <a:prstDash val="solid"/>
            <a:headEnd type="none" w="sm" len="sm"/>
            <a:tailEnd type="none" w="sm" len="sm"/>
          </a:ln>
        </p:spPr>
      </p:sp>
      <p:sp>
        <p:nvSpPr>
          <p:cNvPr id="1048637" name="Freeform 8"/>
          <p:cNvSpPr/>
          <p:nvPr/>
        </p:nvSpPr>
        <p:spPr>
          <a:xfrm rot="-10800000" flipH="0" flipV="0">
            <a:off x="14902827" y="2981483"/>
            <a:ext cx="4512899" cy="4488283"/>
          </a:xfrm>
          <a:custGeom>
            <a:avLst/>
            <a:ahLst/>
            <a:rect l="l" t="t" r="r" b="b"/>
            <a:pathLst>
              <a:path w="4512899" h="4488283">
                <a:moveTo>
                  <a:pt x="0" y="0"/>
                </a:moveTo>
                <a:lnTo>
                  <a:pt x="4512899" y="0"/>
                </a:lnTo>
                <a:lnTo>
                  <a:pt x="4512899" y="4488283"/>
                </a:lnTo>
                <a:lnTo>
                  <a:pt x="0" y="4488283"/>
                </a:lnTo>
                <a:lnTo>
                  <a:pt x="0" y="0"/>
                </a:lnTo>
                <a:close/>
              </a:path>
            </a:pathLst>
          </a:custGeom>
          <a:blipFill>
            <a:blip xmlns:r="http://schemas.openxmlformats.org/officeDocument/2006/relationships" r:embed="rId3"/>
            <a:stretch>
              <a:fillRect l="0" t="0" r="0" b="0"/>
            </a:stretch>
          </a:blipFill>
        </p:spPr>
      </p:sp>
      <p:sp>
        <p:nvSpPr>
          <p:cNvPr id="1048638" name="Freeform 9"/>
          <p:cNvSpPr/>
          <p:nvPr/>
        </p:nvSpPr>
        <p:spPr>
          <a:xfrm rot="0" flipH="0" flipV="0">
            <a:off x="2042420" y="2990936"/>
            <a:ext cx="2709761" cy="3542397"/>
          </a:xfrm>
          <a:custGeom>
            <a:avLst/>
            <a:ahLst/>
            <a:rect l="l" t="t" r="r" b="b"/>
            <a:pathLst>
              <a:path w="2709761" h="3542397">
                <a:moveTo>
                  <a:pt x="0" y="0"/>
                </a:moveTo>
                <a:lnTo>
                  <a:pt x="2709762" y="0"/>
                </a:lnTo>
                <a:lnTo>
                  <a:pt x="2709762" y="3542396"/>
                </a:lnTo>
                <a:lnTo>
                  <a:pt x="0" y="3542396"/>
                </a:lnTo>
                <a:lnTo>
                  <a:pt x="0" y="0"/>
                </a:lnTo>
                <a:close/>
              </a:path>
            </a:pathLst>
          </a:custGeom>
          <a:blipFill>
            <a:blip xmlns:r="http://schemas.openxmlformats.org/officeDocument/2006/relationships" r:embed="rId4"/>
            <a:stretch>
              <a:fillRect l="0" t="0" r="0" b="0"/>
            </a:stretch>
          </a:blipFill>
        </p:spPr>
      </p:sp>
      <p:sp>
        <p:nvSpPr>
          <p:cNvPr id="1048639" name="Freeform 10"/>
          <p:cNvSpPr/>
          <p:nvPr/>
        </p:nvSpPr>
        <p:spPr>
          <a:xfrm rot="0" flipH="0" flipV="0">
            <a:off x="2042420" y="3004202"/>
            <a:ext cx="2727313" cy="3551850"/>
          </a:xfrm>
          <a:custGeom>
            <a:avLst/>
            <a:ahLst/>
            <a:rect l="l" t="t" r="r" b="b"/>
            <a:pathLst>
              <a:path w="2727313" h="3551850">
                <a:moveTo>
                  <a:pt x="0" y="0"/>
                </a:moveTo>
                <a:lnTo>
                  <a:pt x="2727313" y="0"/>
                </a:lnTo>
                <a:lnTo>
                  <a:pt x="2727313" y="3551849"/>
                </a:lnTo>
                <a:lnTo>
                  <a:pt x="0" y="3551849"/>
                </a:lnTo>
                <a:lnTo>
                  <a:pt x="0" y="0"/>
                </a:lnTo>
                <a:close/>
              </a:path>
            </a:pathLst>
          </a:custGeom>
          <a:blipFill>
            <a:blip xmlns:r="http://schemas.openxmlformats.org/officeDocument/2006/relationships" r:embed="rId5"/>
            <a:stretch>
              <a:fillRect l="0" t="0" r="0" b="0"/>
            </a:stretch>
          </a:blipFill>
        </p:spPr>
      </p:sp>
      <p:sp>
        <p:nvSpPr>
          <p:cNvPr id="1048640" name="TextBox 11"/>
          <p:cNvSpPr txBox="1"/>
          <p:nvPr/>
        </p:nvSpPr>
        <p:spPr>
          <a:xfrm rot="0">
            <a:off x="1993519" y="1888817"/>
            <a:ext cx="6848808" cy="853313"/>
          </a:xfrm>
          <a:prstGeom prst="rect"/>
        </p:spPr>
        <p:txBody>
          <a:bodyPr anchor="t" bIns="0" lIns="0" rIns="0" rtlCol="0" tIns="0">
            <a:spAutoFit/>
          </a:bodyPr>
          <a:p>
            <a:pPr algn="l">
              <a:lnSpc>
                <a:spcPts val="6719"/>
              </a:lnSpc>
            </a:pPr>
            <a:r>
              <a:rPr b="1" sz="4800" lang="en-US">
                <a:solidFill>
                  <a:srgbClr val="2D2D2D"/>
                </a:solidFill>
                <a:latin typeface="Fraunces Heavy"/>
                <a:ea typeface="Fraunces Heavy"/>
                <a:cs typeface="Fraunces Heavy"/>
                <a:sym typeface="Fraunces Heavy"/>
              </a:rPr>
              <a:t>Scale &amp; Zoom</a:t>
            </a:r>
          </a:p>
        </p:txBody>
      </p:sp>
      <p:sp>
        <p:nvSpPr>
          <p:cNvPr id="1048641" name="TextBox 12"/>
          <p:cNvSpPr txBox="1"/>
          <p:nvPr/>
        </p:nvSpPr>
        <p:spPr>
          <a:xfrm rot="0">
            <a:off x="2505583" y="6610303"/>
            <a:ext cx="1693724" cy="386206"/>
          </a:xfrm>
          <a:prstGeom prst="rect"/>
        </p:spPr>
        <p:txBody>
          <a:bodyPr anchor="t" bIns="0" lIns="0" rIns="0" rtlCol="0" tIns="0">
            <a:spAutoFit/>
          </a:bodyPr>
          <a:p>
            <a:pPr algn="just">
              <a:lnSpc>
                <a:spcPts val="3041"/>
              </a:lnSpc>
            </a:pPr>
            <a:r>
              <a:rPr sz="2027" lang="en-US">
                <a:solidFill>
                  <a:srgbClr val="2D2D2D"/>
                </a:solidFill>
                <a:latin typeface="DM Sans"/>
                <a:ea typeface="DM Sans"/>
                <a:cs typeface="DM Sans"/>
                <a:sym typeface="DM Sans"/>
              </a:rPr>
              <a:t>Tampilan awal</a:t>
            </a:r>
          </a:p>
        </p:txBody>
      </p:sp>
      <p:sp>
        <p:nvSpPr>
          <p:cNvPr id="1048642" name="TextBox 13"/>
          <p:cNvSpPr txBox="1"/>
          <p:nvPr/>
        </p:nvSpPr>
        <p:spPr>
          <a:xfrm rot="0">
            <a:off x="17371077" y="9465628"/>
            <a:ext cx="773608" cy="547370"/>
          </a:xfrm>
          <a:prstGeom prst="rect"/>
        </p:spPr>
        <p:txBody>
          <a:bodyPr anchor="t" bIns="0" lIns="0" rIns="0" rtlCol="0" tIns="0">
            <a:spAutoFit/>
          </a:bodyPr>
          <a:p>
            <a:pPr algn="ctr">
              <a:lnSpc>
                <a:spcPts val="4480"/>
              </a:lnSpc>
            </a:pPr>
            <a:r>
              <a:rPr sz="3200" lang="en-US">
                <a:solidFill>
                  <a:srgbClr val="E0DDAA"/>
                </a:solidFill>
                <a:latin typeface="DM Sans"/>
                <a:ea typeface="DM Sans"/>
                <a:cs typeface="DM Sans"/>
                <a:sym typeface="DM Sans"/>
              </a:rPr>
              <a:t>2</a:t>
            </a:r>
          </a:p>
        </p:txBody>
      </p:sp>
      <p:sp>
        <p:nvSpPr>
          <p:cNvPr id="1048643" name="TextBox 14"/>
          <p:cNvSpPr txBox="1"/>
          <p:nvPr/>
        </p:nvSpPr>
        <p:spPr>
          <a:xfrm rot="0">
            <a:off x="4993044" y="2947052"/>
            <a:ext cx="5226555" cy="772414"/>
          </a:xfrm>
          <a:prstGeom prst="rect"/>
        </p:spPr>
        <p:txBody>
          <a:bodyPr anchor="t" bIns="0" lIns="0" rIns="0" rtlCol="0" tIns="0">
            <a:spAutoFit/>
          </a:bodyPr>
          <a:p>
            <a:pPr algn="just">
              <a:lnSpc>
                <a:spcPts val="3041"/>
              </a:lnSpc>
            </a:pPr>
            <a:r>
              <a:rPr sz="2027" lang="en-US">
                <a:solidFill>
                  <a:srgbClr val="2D2D2D"/>
                </a:solidFill>
                <a:latin typeface="DM Sans"/>
                <a:ea typeface="DM Sans"/>
                <a:cs typeface="DM Sans"/>
                <a:sym typeface="DM Sans"/>
              </a:rPr>
              <a:t>Yang dimana aslinya dapat di zoom yang hanya bisa dilakukan di Handphone </a:t>
            </a:r>
          </a:p>
        </p:txBody>
      </p:sp>
      <p:sp>
        <p:nvSpPr>
          <p:cNvPr id="1048644" name="TextBox 15"/>
          <p:cNvSpPr txBox="1"/>
          <p:nvPr/>
        </p:nvSpPr>
        <p:spPr>
          <a:xfrm rot="0">
            <a:off x="2042420" y="7137101"/>
            <a:ext cx="12813262" cy="2703449"/>
          </a:xfrm>
          <a:prstGeom prst="rect"/>
        </p:spPr>
        <p:txBody>
          <a:bodyPr anchor="t" bIns="0" lIns="0" rIns="0" rtlCol="0" tIns="0">
            <a:spAutoFit/>
          </a:bodyPr>
          <a:p>
            <a:pPr algn="just">
              <a:lnSpc>
                <a:spcPts val="3041"/>
              </a:lnSpc>
            </a:pPr>
            <a:r>
              <a:rPr sz="2027" lang="en-US">
                <a:solidFill>
                  <a:srgbClr val="2D2D2D"/>
                </a:solidFill>
                <a:latin typeface="DM Sans"/>
                <a:ea typeface="DM Sans"/>
                <a:cs typeface="DM Sans"/>
                <a:sym typeface="DM Sans"/>
              </a:rPr>
              <a:t>Kode ini membuat fitur zoom dan drag interaktif pada sebuah objek di Flutter. Nilai scale digunakan untuk mengatur ukuran (zoom), sedangkan position untuk menggeser posisi objek. Pengguna bisa melakukan pinch (dua jari) untuk zoom dan drag sekaligus melalui GestureDetector (onScaleStart dan onScaleUpdate). Selain itu, widget Listener memungkinkan zoom menggunakan scroll mouse/laptop dengan PointerScrollEvent. Tampilan diperhalus menggunakan AnimatedContainer, Transform.scale, dan Transform.translate. Objek ditampilkan dengan desain menarik (gradient dan bayangan), serta tersedia tombol reset untuk mengembalikan ukuran dan posisi ke kondisi awal.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6F6"/>
        </a:solidFill>
      </p:bgPr>
    </p:bg>
    <p:spTree>
      <p:nvGrpSpPr>
        <p:cNvPr id="30" name=""/>
        <p:cNvGrpSpPr/>
        <p:nvPr/>
      </p:nvGrpSpPr>
      <p:grpSpPr>
        <a:xfrm>
          <a:off x="0" y="0"/>
          <a:ext cx="0" cy="0"/>
          <a:chOff x="0" y="0"/>
          <a:chExt cx="0" cy="0"/>
        </a:xfrm>
      </p:grpSpPr>
      <p:grpSp>
        <p:nvGrpSpPr>
          <p:cNvPr id="31" name="Group 2"/>
          <p:cNvGrpSpPr/>
          <p:nvPr/>
        </p:nvGrpSpPr>
        <p:grpSpPr>
          <a:xfrm rot="0">
            <a:off x="17227762" y="9258300"/>
            <a:ext cx="1060238" cy="1028700"/>
            <a:chOff x="0" y="0"/>
            <a:chExt cx="523379" cy="507811"/>
          </a:xfrm>
        </p:grpSpPr>
        <p:sp>
          <p:nvSpPr>
            <p:cNvPr id="1048645" name="Freeform 3"/>
            <p:cNvSpPr/>
            <p:nvPr/>
          </p:nvSpPr>
          <p:spPr>
            <a:xfrm rot="0" flipH="0" flipV="0">
              <a:off x="0" y="0"/>
              <a:ext cx="523379" cy="507811"/>
            </a:xfrm>
            <a:custGeom>
              <a:avLst/>
              <a:ahLst/>
              <a:rect l="l" t="t" r="r" b="b"/>
              <a:pathLst>
                <a:path w="523379" h="507811">
                  <a:moveTo>
                    <a:pt x="0" y="0"/>
                  </a:moveTo>
                  <a:lnTo>
                    <a:pt x="523379" y="0"/>
                  </a:lnTo>
                  <a:lnTo>
                    <a:pt x="523379" y="507811"/>
                  </a:lnTo>
                  <a:lnTo>
                    <a:pt x="0" y="507811"/>
                  </a:lnTo>
                  <a:close/>
                </a:path>
              </a:pathLst>
            </a:custGeom>
            <a:solidFill>
              <a:srgbClr val="2D2D2D"/>
            </a:solidFill>
          </p:spPr>
        </p:sp>
      </p:grpSp>
      <p:sp>
        <p:nvSpPr>
          <p:cNvPr id="1048646" name="Freeform 4"/>
          <p:cNvSpPr/>
          <p:nvPr/>
        </p:nvSpPr>
        <p:spPr>
          <a:xfrm rot="0" flipH="0" flipV="1">
            <a:off x="12686811" y="8118609"/>
            <a:ext cx="2216016" cy="2216016"/>
          </a:xfrm>
          <a:custGeom>
            <a:avLst/>
            <a:ahLst/>
            <a:rect l="l" t="t" r="r" b="b"/>
            <a:pathLst>
              <a:path w="2216016" h="2216016">
                <a:moveTo>
                  <a:pt x="0" y="2216016"/>
                </a:moveTo>
                <a:lnTo>
                  <a:pt x="2216016" y="2216016"/>
                </a:lnTo>
                <a:lnTo>
                  <a:pt x="2216016" y="0"/>
                </a:lnTo>
                <a:lnTo>
                  <a:pt x="0" y="0"/>
                </a:lnTo>
                <a:lnTo>
                  <a:pt x="0" y="2216016"/>
                </a:lnTo>
                <a:close/>
              </a:path>
            </a:pathLst>
          </a:custGeom>
          <a:blipFill>
            <a:blip xmlns:r="http://schemas.openxmlformats.org/officeDocument/2006/relationships" r:embed="rId1"/>
            <a:stretch>
              <a:fillRect l="0" t="0" r="0" b="0"/>
            </a:stretch>
          </a:blipFill>
        </p:spPr>
      </p:sp>
      <p:sp>
        <p:nvSpPr>
          <p:cNvPr id="1048647" name="Freeform 5"/>
          <p:cNvSpPr/>
          <p:nvPr/>
        </p:nvSpPr>
        <p:spPr>
          <a:xfrm rot="0" flipH="1" flipV="0">
            <a:off x="0" y="0"/>
            <a:ext cx="1028700" cy="1028700"/>
          </a:xfrm>
          <a:custGeom>
            <a:avLst/>
            <a:ahLst/>
            <a:rect l="l" t="t" r="r" b="b"/>
            <a:pathLst>
              <a:path w="1028700" h="1028700">
                <a:moveTo>
                  <a:pt x="1028700" y="0"/>
                </a:moveTo>
                <a:lnTo>
                  <a:pt x="0" y="0"/>
                </a:lnTo>
                <a:lnTo>
                  <a:pt x="0" y="1028700"/>
                </a:lnTo>
                <a:lnTo>
                  <a:pt x="1028700" y="1028700"/>
                </a:lnTo>
                <a:lnTo>
                  <a:pt x="1028700" y="0"/>
                </a:lnTo>
                <a:close/>
              </a:path>
            </a:pathLst>
          </a:custGeom>
          <a:blipFill>
            <a:blip xmlns:r="http://schemas.openxmlformats.org/officeDocument/2006/relationships" r:embed="rId2"/>
            <a:stretch>
              <a:fillRect l="0" t="0" r="0" b="0"/>
            </a:stretch>
          </a:blipFill>
        </p:spPr>
      </p:sp>
      <p:sp>
        <p:nvSpPr>
          <p:cNvPr id="1048648" name="AutoShape 6"/>
          <p:cNvSpPr/>
          <p:nvPr/>
        </p:nvSpPr>
        <p:spPr>
          <a:xfrm rot="5400000">
            <a:off x="-3605352" y="5652265"/>
            <a:ext cx="9258579" cy="0"/>
          </a:xfrm>
          <a:prstGeom prst="line"/>
          <a:ln w="9525" cap="flat">
            <a:solidFill>
              <a:srgbClr val="2D2D2D"/>
            </a:solidFill>
            <a:prstDash val="solid"/>
            <a:headEnd type="none" w="sm" len="sm"/>
            <a:tailEnd type="none" w="sm" len="sm"/>
          </a:ln>
        </p:spPr>
      </p:sp>
      <p:sp>
        <p:nvSpPr>
          <p:cNvPr id="1048649" name="AutoShape 7"/>
          <p:cNvSpPr/>
          <p:nvPr/>
        </p:nvSpPr>
        <p:spPr>
          <a:xfrm rot="-10800000">
            <a:off x="1028700" y="1008688"/>
            <a:ext cx="17259300" cy="0"/>
          </a:xfrm>
          <a:prstGeom prst="line"/>
          <a:ln w="9525" cap="flat">
            <a:solidFill>
              <a:srgbClr val="2D2D2D"/>
            </a:solidFill>
            <a:prstDash val="solid"/>
            <a:headEnd type="none" w="sm" len="sm"/>
            <a:tailEnd type="none" w="sm" len="sm"/>
          </a:ln>
        </p:spPr>
      </p:sp>
      <p:sp>
        <p:nvSpPr>
          <p:cNvPr id="1048650" name="Freeform 8"/>
          <p:cNvSpPr/>
          <p:nvPr/>
        </p:nvSpPr>
        <p:spPr>
          <a:xfrm rot="-10800000" flipH="0" flipV="0">
            <a:off x="14902827" y="2981483"/>
            <a:ext cx="4512899" cy="4488283"/>
          </a:xfrm>
          <a:custGeom>
            <a:avLst/>
            <a:ahLst/>
            <a:rect l="l" t="t" r="r" b="b"/>
            <a:pathLst>
              <a:path w="4512899" h="4488283">
                <a:moveTo>
                  <a:pt x="0" y="0"/>
                </a:moveTo>
                <a:lnTo>
                  <a:pt x="4512899" y="0"/>
                </a:lnTo>
                <a:lnTo>
                  <a:pt x="4512899" y="4488283"/>
                </a:lnTo>
                <a:lnTo>
                  <a:pt x="0" y="4488283"/>
                </a:lnTo>
                <a:lnTo>
                  <a:pt x="0" y="0"/>
                </a:lnTo>
                <a:close/>
              </a:path>
            </a:pathLst>
          </a:custGeom>
          <a:blipFill>
            <a:blip xmlns:r="http://schemas.openxmlformats.org/officeDocument/2006/relationships" r:embed="rId3"/>
            <a:stretch>
              <a:fillRect l="0" t="0" r="0" b="0"/>
            </a:stretch>
          </a:blipFill>
        </p:spPr>
      </p:sp>
      <p:sp>
        <p:nvSpPr>
          <p:cNvPr id="1048651" name="Freeform 9"/>
          <p:cNvSpPr/>
          <p:nvPr/>
        </p:nvSpPr>
        <p:spPr>
          <a:xfrm rot="0" flipH="0" flipV="0">
            <a:off x="1993519" y="2981483"/>
            <a:ext cx="2717852" cy="3551850"/>
          </a:xfrm>
          <a:custGeom>
            <a:avLst/>
            <a:ahLst/>
            <a:rect l="l" t="t" r="r" b="b"/>
            <a:pathLst>
              <a:path w="2717852" h="3551850">
                <a:moveTo>
                  <a:pt x="0" y="0"/>
                </a:moveTo>
                <a:lnTo>
                  <a:pt x="2717852" y="0"/>
                </a:lnTo>
                <a:lnTo>
                  <a:pt x="2717852" y="3551849"/>
                </a:lnTo>
                <a:lnTo>
                  <a:pt x="0" y="3551849"/>
                </a:lnTo>
                <a:lnTo>
                  <a:pt x="0" y="0"/>
                </a:lnTo>
                <a:close/>
              </a:path>
            </a:pathLst>
          </a:custGeom>
          <a:blipFill>
            <a:blip xmlns:r="http://schemas.openxmlformats.org/officeDocument/2006/relationships" r:embed="rId4"/>
            <a:stretch>
              <a:fillRect l="0" t="0" r="0" b="0"/>
            </a:stretch>
          </a:blipFill>
        </p:spPr>
      </p:sp>
      <p:sp>
        <p:nvSpPr>
          <p:cNvPr id="1048652" name="Freeform 10"/>
          <p:cNvSpPr/>
          <p:nvPr/>
        </p:nvSpPr>
        <p:spPr>
          <a:xfrm rot="0" flipH="0" flipV="0">
            <a:off x="5133182" y="2981483"/>
            <a:ext cx="2741261" cy="3551850"/>
          </a:xfrm>
          <a:custGeom>
            <a:avLst/>
            <a:ahLst/>
            <a:rect l="l" t="t" r="r" b="b"/>
            <a:pathLst>
              <a:path w="2741261" h="3551850">
                <a:moveTo>
                  <a:pt x="0" y="0"/>
                </a:moveTo>
                <a:lnTo>
                  <a:pt x="2741261" y="0"/>
                </a:lnTo>
                <a:lnTo>
                  <a:pt x="2741261" y="3551849"/>
                </a:lnTo>
                <a:lnTo>
                  <a:pt x="0" y="3551849"/>
                </a:lnTo>
                <a:lnTo>
                  <a:pt x="0" y="0"/>
                </a:lnTo>
                <a:close/>
              </a:path>
            </a:pathLst>
          </a:custGeom>
          <a:blipFill>
            <a:blip xmlns:r="http://schemas.openxmlformats.org/officeDocument/2006/relationships" r:embed="rId5"/>
            <a:stretch>
              <a:fillRect l="0" t="0" r="0" b="0"/>
            </a:stretch>
          </a:blipFill>
        </p:spPr>
      </p:sp>
      <p:sp>
        <p:nvSpPr>
          <p:cNvPr id="1048653" name="Freeform 11"/>
          <p:cNvSpPr/>
          <p:nvPr/>
        </p:nvSpPr>
        <p:spPr>
          <a:xfrm rot="0" flipH="0" flipV="0">
            <a:off x="8256716" y="2981483"/>
            <a:ext cx="2744611" cy="3551850"/>
          </a:xfrm>
          <a:custGeom>
            <a:avLst/>
            <a:ahLst/>
            <a:rect l="l" t="t" r="r" b="b"/>
            <a:pathLst>
              <a:path w="2744611" h="3551850">
                <a:moveTo>
                  <a:pt x="0" y="0"/>
                </a:moveTo>
                <a:lnTo>
                  <a:pt x="2744611" y="0"/>
                </a:lnTo>
                <a:lnTo>
                  <a:pt x="2744611" y="3551849"/>
                </a:lnTo>
                <a:lnTo>
                  <a:pt x="0" y="3551849"/>
                </a:lnTo>
                <a:lnTo>
                  <a:pt x="0" y="0"/>
                </a:lnTo>
                <a:close/>
              </a:path>
            </a:pathLst>
          </a:custGeom>
          <a:blipFill>
            <a:blip xmlns:r="http://schemas.openxmlformats.org/officeDocument/2006/relationships" r:embed="rId6"/>
            <a:stretch>
              <a:fillRect l="0" t="0" r="0" b="0"/>
            </a:stretch>
          </a:blipFill>
        </p:spPr>
      </p:sp>
      <p:sp>
        <p:nvSpPr>
          <p:cNvPr id="1048654" name="Freeform 12"/>
          <p:cNvSpPr/>
          <p:nvPr/>
        </p:nvSpPr>
        <p:spPr>
          <a:xfrm rot="0" flipH="0" flipV="0">
            <a:off x="1993519" y="2981483"/>
            <a:ext cx="2758663" cy="3575861"/>
          </a:xfrm>
          <a:custGeom>
            <a:avLst/>
            <a:ahLst/>
            <a:rect l="l" t="t" r="r" b="b"/>
            <a:pathLst>
              <a:path w="2758663" h="3575861">
                <a:moveTo>
                  <a:pt x="0" y="0"/>
                </a:moveTo>
                <a:lnTo>
                  <a:pt x="2758663" y="0"/>
                </a:lnTo>
                <a:lnTo>
                  <a:pt x="2758663" y="3575861"/>
                </a:lnTo>
                <a:lnTo>
                  <a:pt x="0" y="3575861"/>
                </a:lnTo>
                <a:lnTo>
                  <a:pt x="0" y="0"/>
                </a:lnTo>
                <a:close/>
              </a:path>
            </a:pathLst>
          </a:custGeom>
          <a:blipFill>
            <a:blip xmlns:r="http://schemas.openxmlformats.org/officeDocument/2006/relationships" r:embed="rId7"/>
            <a:stretch>
              <a:fillRect l="0" t="0" r="0" b="0"/>
            </a:stretch>
          </a:blipFill>
        </p:spPr>
      </p:sp>
      <p:sp>
        <p:nvSpPr>
          <p:cNvPr id="1048655" name="Freeform 13"/>
          <p:cNvSpPr/>
          <p:nvPr/>
        </p:nvSpPr>
        <p:spPr>
          <a:xfrm rot="0" flipH="0" flipV="0">
            <a:off x="5150690" y="2981483"/>
            <a:ext cx="2786122" cy="3619448"/>
          </a:xfrm>
          <a:custGeom>
            <a:avLst/>
            <a:ahLst/>
            <a:rect l="l" t="t" r="r" b="b"/>
            <a:pathLst>
              <a:path w="2786122" h="3619448">
                <a:moveTo>
                  <a:pt x="0" y="0"/>
                </a:moveTo>
                <a:lnTo>
                  <a:pt x="2786122" y="0"/>
                </a:lnTo>
                <a:lnTo>
                  <a:pt x="2786122" y="3619448"/>
                </a:lnTo>
                <a:lnTo>
                  <a:pt x="0" y="3619448"/>
                </a:lnTo>
                <a:lnTo>
                  <a:pt x="0" y="0"/>
                </a:lnTo>
                <a:close/>
              </a:path>
            </a:pathLst>
          </a:custGeom>
          <a:blipFill>
            <a:blip xmlns:r="http://schemas.openxmlformats.org/officeDocument/2006/relationships" r:embed="rId8"/>
            <a:stretch>
              <a:fillRect l="0" t="0" r="0" b="0"/>
            </a:stretch>
          </a:blipFill>
        </p:spPr>
      </p:sp>
      <p:sp>
        <p:nvSpPr>
          <p:cNvPr id="1048656" name="Freeform 14"/>
          <p:cNvSpPr/>
          <p:nvPr/>
        </p:nvSpPr>
        <p:spPr>
          <a:xfrm rot="0" flipH="0" flipV="0">
            <a:off x="8256716" y="2981483"/>
            <a:ext cx="2772237" cy="3619448"/>
          </a:xfrm>
          <a:custGeom>
            <a:avLst/>
            <a:ahLst/>
            <a:rect l="l" t="t" r="r" b="b"/>
            <a:pathLst>
              <a:path w="2772237" h="3619448">
                <a:moveTo>
                  <a:pt x="0" y="0"/>
                </a:moveTo>
                <a:lnTo>
                  <a:pt x="2772236" y="0"/>
                </a:lnTo>
                <a:lnTo>
                  <a:pt x="2772236" y="3619448"/>
                </a:lnTo>
                <a:lnTo>
                  <a:pt x="0" y="3619448"/>
                </a:lnTo>
                <a:lnTo>
                  <a:pt x="0" y="0"/>
                </a:lnTo>
                <a:close/>
              </a:path>
            </a:pathLst>
          </a:custGeom>
          <a:blipFill>
            <a:blip xmlns:r="http://schemas.openxmlformats.org/officeDocument/2006/relationships" r:embed="rId9"/>
            <a:stretch>
              <a:fillRect l="0" t="0" r="0" b="0"/>
            </a:stretch>
          </a:blipFill>
        </p:spPr>
      </p:sp>
      <p:sp>
        <p:nvSpPr>
          <p:cNvPr id="1048657" name="Freeform 15"/>
          <p:cNvSpPr/>
          <p:nvPr/>
        </p:nvSpPr>
        <p:spPr>
          <a:xfrm rot="0" flipH="0" flipV="0">
            <a:off x="11352802" y="2981483"/>
            <a:ext cx="2840262" cy="3619448"/>
          </a:xfrm>
          <a:custGeom>
            <a:avLst/>
            <a:ahLst/>
            <a:rect l="l" t="t" r="r" b="b"/>
            <a:pathLst>
              <a:path w="2840262" h="3619448">
                <a:moveTo>
                  <a:pt x="0" y="0"/>
                </a:moveTo>
                <a:lnTo>
                  <a:pt x="2840262" y="0"/>
                </a:lnTo>
                <a:lnTo>
                  <a:pt x="2840262" y="3619448"/>
                </a:lnTo>
                <a:lnTo>
                  <a:pt x="0" y="3619448"/>
                </a:lnTo>
                <a:lnTo>
                  <a:pt x="0" y="0"/>
                </a:lnTo>
                <a:close/>
              </a:path>
            </a:pathLst>
          </a:custGeom>
          <a:blipFill>
            <a:blip xmlns:r="http://schemas.openxmlformats.org/officeDocument/2006/relationships" r:embed="rId10"/>
            <a:stretch>
              <a:fillRect l="0" t="0" r="0" b="0"/>
            </a:stretch>
          </a:blipFill>
        </p:spPr>
      </p:sp>
      <p:sp>
        <p:nvSpPr>
          <p:cNvPr id="1048658" name="TextBox 16"/>
          <p:cNvSpPr txBox="1"/>
          <p:nvPr/>
        </p:nvSpPr>
        <p:spPr>
          <a:xfrm rot="0">
            <a:off x="1993519" y="1888817"/>
            <a:ext cx="6848808" cy="853313"/>
          </a:xfrm>
          <a:prstGeom prst="rect"/>
        </p:spPr>
        <p:txBody>
          <a:bodyPr anchor="t" bIns="0" lIns="0" rIns="0" rtlCol="0" tIns="0">
            <a:spAutoFit/>
          </a:bodyPr>
          <a:p>
            <a:pPr algn="l">
              <a:lnSpc>
                <a:spcPts val="6719"/>
              </a:lnSpc>
            </a:pPr>
            <a:r>
              <a:rPr b="1" sz="4800" lang="en-US">
                <a:solidFill>
                  <a:srgbClr val="2D2D2D"/>
                </a:solidFill>
                <a:latin typeface="Fraunces Heavy"/>
                <a:ea typeface="Fraunces Heavy"/>
                <a:cs typeface="Fraunces Heavy"/>
                <a:sym typeface="Fraunces Heavy"/>
              </a:rPr>
              <a:t>Gesture Playground</a:t>
            </a:r>
          </a:p>
        </p:txBody>
      </p:sp>
      <p:sp>
        <p:nvSpPr>
          <p:cNvPr id="1048659" name="TextBox 17"/>
          <p:cNvSpPr txBox="1"/>
          <p:nvPr/>
        </p:nvSpPr>
        <p:spPr>
          <a:xfrm rot="0">
            <a:off x="2505583" y="6610303"/>
            <a:ext cx="1693724" cy="386206"/>
          </a:xfrm>
          <a:prstGeom prst="rect"/>
        </p:spPr>
        <p:txBody>
          <a:bodyPr anchor="t" bIns="0" lIns="0" rIns="0" rtlCol="0" tIns="0">
            <a:spAutoFit/>
          </a:bodyPr>
          <a:p>
            <a:pPr algn="just">
              <a:lnSpc>
                <a:spcPts val="3041"/>
              </a:lnSpc>
            </a:pPr>
            <a:r>
              <a:rPr sz="2027" lang="en-US">
                <a:solidFill>
                  <a:srgbClr val="2D2D2D"/>
                </a:solidFill>
                <a:latin typeface="DM Sans"/>
                <a:ea typeface="DM Sans"/>
                <a:cs typeface="DM Sans"/>
                <a:sym typeface="DM Sans"/>
              </a:rPr>
              <a:t>Tampilan awal</a:t>
            </a:r>
          </a:p>
        </p:txBody>
      </p:sp>
      <p:sp>
        <p:nvSpPr>
          <p:cNvPr id="1048660" name="TextBox 18"/>
          <p:cNvSpPr txBox="1"/>
          <p:nvPr/>
        </p:nvSpPr>
        <p:spPr>
          <a:xfrm rot="0">
            <a:off x="17371077" y="9465628"/>
            <a:ext cx="773608" cy="547370"/>
          </a:xfrm>
          <a:prstGeom prst="rect"/>
        </p:spPr>
        <p:txBody>
          <a:bodyPr anchor="t" bIns="0" lIns="0" rIns="0" rtlCol="0" tIns="0">
            <a:spAutoFit/>
          </a:bodyPr>
          <a:p>
            <a:pPr algn="ctr">
              <a:lnSpc>
                <a:spcPts val="4480"/>
              </a:lnSpc>
            </a:pPr>
            <a:r>
              <a:rPr sz="3200" lang="en-US">
                <a:solidFill>
                  <a:srgbClr val="E0DDAA"/>
                </a:solidFill>
                <a:latin typeface="DM Sans"/>
                <a:ea typeface="DM Sans"/>
                <a:cs typeface="DM Sans"/>
                <a:sym typeface="DM Sans"/>
              </a:rPr>
              <a:t>2</a:t>
            </a:r>
          </a:p>
        </p:txBody>
      </p:sp>
      <p:sp>
        <p:nvSpPr>
          <p:cNvPr id="1048661" name="TextBox 19"/>
          <p:cNvSpPr txBox="1"/>
          <p:nvPr/>
        </p:nvSpPr>
        <p:spPr>
          <a:xfrm rot="0">
            <a:off x="5003048" y="6610303"/>
            <a:ext cx="3001528" cy="386206"/>
          </a:xfrm>
          <a:prstGeom prst="rect"/>
        </p:spPr>
        <p:txBody>
          <a:bodyPr anchor="t" bIns="0" lIns="0" rIns="0" rtlCol="0" tIns="0">
            <a:spAutoFit/>
          </a:bodyPr>
          <a:p>
            <a:pPr algn="just">
              <a:lnSpc>
                <a:spcPts val="3041"/>
              </a:lnSpc>
            </a:pPr>
            <a:r>
              <a:rPr sz="2027" lang="en-US">
                <a:solidFill>
                  <a:srgbClr val="2D2D2D"/>
                </a:solidFill>
                <a:latin typeface="DM Sans"/>
                <a:ea typeface="DM Sans"/>
                <a:cs typeface="DM Sans"/>
                <a:sym typeface="DM Sans"/>
              </a:rPr>
              <a:t>Tampilan ketika di geser</a:t>
            </a:r>
          </a:p>
        </p:txBody>
      </p:sp>
      <p:sp>
        <p:nvSpPr>
          <p:cNvPr id="1048662" name="TextBox 20"/>
          <p:cNvSpPr txBox="1"/>
          <p:nvPr/>
        </p:nvSpPr>
        <p:spPr>
          <a:xfrm rot="0">
            <a:off x="8342524" y="6610303"/>
            <a:ext cx="2953606" cy="386206"/>
          </a:xfrm>
          <a:prstGeom prst="rect"/>
        </p:spPr>
        <p:txBody>
          <a:bodyPr anchor="t" bIns="0" lIns="0" rIns="0" rtlCol="0" tIns="0">
            <a:spAutoFit/>
          </a:bodyPr>
          <a:p>
            <a:pPr algn="just">
              <a:lnSpc>
                <a:spcPts val="3041"/>
              </a:lnSpc>
            </a:pPr>
            <a:r>
              <a:rPr sz="2027" lang="en-US">
                <a:solidFill>
                  <a:srgbClr val="2D2D2D"/>
                </a:solidFill>
                <a:latin typeface="DM Sans"/>
                <a:ea typeface="DM Sans"/>
                <a:cs typeface="DM Sans"/>
                <a:sym typeface="DM Sans"/>
              </a:rPr>
              <a:t>Tampilan ketika di klik</a:t>
            </a:r>
          </a:p>
        </p:txBody>
      </p:sp>
      <p:sp>
        <p:nvSpPr>
          <p:cNvPr id="1048663" name="TextBox 21"/>
          <p:cNvSpPr txBox="1"/>
          <p:nvPr/>
        </p:nvSpPr>
        <p:spPr>
          <a:xfrm rot="0">
            <a:off x="1993519" y="7276133"/>
            <a:ext cx="11801300" cy="2317242"/>
          </a:xfrm>
          <a:prstGeom prst="rect"/>
        </p:spPr>
        <p:txBody>
          <a:bodyPr anchor="t" bIns="0" lIns="0" rIns="0" rtlCol="0" tIns="0">
            <a:spAutoFit/>
          </a:bodyPr>
          <a:p>
            <a:pPr algn="just">
              <a:lnSpc>
                <a:spcPts val="3041"/>
              </a:lnSpc>
            </a:pPr>
            <a:r>
              <a:rPr sz="2027" lang="en-US">
                <a:solidFill>
                  <a:srgbClr val="2D2D2D"/>
                </a:solidFill>
                <a:latin typeface="DM Sans"/>
                <a:ea typeface="DM Sans"/>
                <a:cs typeface="DM Sans"/>
                <a:sym typeface="DM Sans"/>
              </a:rPr>
              <a:t>Kode ini menampilkan sebuah objek interaktif di Flutter yang bisa dipindah (drag), diperbesar (zoom), dan diubah warna menggunakan berbagai gesture. Posisi diatur dengan x dan y, ukuran dengan scale, serta warna dengan color. GestureDetector digunakan untuk menangani tap, double tap, long press, dan pinch/drag, sementara Stack dan Positioned memungkinkan objek bergerak bebas di layar. Perubahan ditampilkan secara halus menggunakan AnimatedContainer dan Transform.scale. Terdapat juga tombol reset untuk mengembalikan semua ke kondisi awal.</a:t>
            </a:r>
          </a:p>
        </p:txBody>
      </p:sp>
      <p:sp>
        <p:nvSpPr>
          <p:cNvPr id="1048664" name="TextBox 22"/>
          <p:cNvSpPr txBox="1"/>
          <p:nvPr/>
        </p:nvSpPr>
        <p:spPr>
          <a:xfrm rot="0">
            <a:off x="11296130" y="6610303"/>
            <a:ext cx="2953606" cy="386206"/>
          </a:xfrm>
          <a:prstGeom prst="rect"/>
        </p:spPr>
        <p:txBody>
          <a:bodyPr anchor="t" bIns="0" lIns="0" rIns="0" rtlCol="0" tIns="0">
            <a:spAutoFit/>
          </a:bodyPr>
          <a:p>
            <a:pPr algn="just">
              <a:lnSpc>
                <a:spcPts val="3041"/>
              </a:lnSpc>
            </a:pPr>
            <a:r>
              <a:rPr sz="2027" lang="en-US">
                <a:solidFill>
                  <a:srgbClr val="2D2D2D"/>
                </a:solidFill>
                <a:latin typeface="DM Sans"/>
                <a:ea typeface="DM Sans"/>
                <a:cs typeface="DM Sans"/>
                <a:sym typeface="DM Sans"/>
              </a:rPr>
              <a:t>Tampilan ketika di tahan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6F6"/>
        </a:solidFill>
      </p:bgPr>
    </p:bg>
    <p:spTree>
      <p:nvGrpSpPr>
        <p:cNvPr id="32" name=""/>
        <p:cNvGrpSpPr/>
        <p:nvPr/>
      </p:nvGrpSpPr>
      <p:grpSpPr>
        <a:xfrm>
          <a:off x="0" y="0"/>
          <a:ext cx="0" cy="0"/>
          <a:chOff x="0" y="0"/>
          <a:chExt cx="0" cy="0"/>
        </a:xfrm>
      </p:grpSpPr>
      <p:sp>
        <p:nvSpPr>
          <p:cNvPr id="1048665" name="Freeform 2"/>
          <p:cNvSpPr/>
          <p:nvPr/>
        </p:nvSpPr>
        <p:spPr>
          <a:xfrm rot="0" flipH="1" flipV="0">
            <a:off x="0" y="0"/>
            <a:ext cx="1028700" cy="1028700"/>
          </a:xfrm>
          <a:custGeom>
            <a:avLst/>
            <a:ahLst/>
            <a:rect l="l" t="t" r="r" b="b"/>
            <a:pathLst>
              <a:path w="1028700" h="1028700">
                <a:moveTo>
                  <a:pt x="1028700" y="0"/>
                </a:moveTo>
                <a:lnTo>
                  <a:pt x="0" y="0"/>
                </a:lnTo>
                <a:lnTo>
                  <a:pt x="0" y="1028700"/>
                </a:lnTo>
                <a:lnTo>
                  <a:pt x="1028700" y="1028700"/>
                </a:lnTo>
                <a:lnTo>
                  <a:pt x="1028700" y="0"/>
                </a:lnTo>
                <a:close/>
              </a:path>
            </a:pathLst>
          </a:custGeom>
          <a:blipFill>
            <a:blip xmlns:r="http://schemas.openxmlformats.org/officeDocument/2006/relationships" r:embed="rId1"/>
            <a:stretch>
              <a:fillRect l="0" t="0" r="0" b="0"/>
            </a:stretch>
          </a:blipFill>
        </p:spPr>
      </p:sp>
      <p:sp>
        <p:nvSpPr>
          <p:cNvPr id="1048666" name="AutoShape 3"/>
          <p:cNvSpPr/>
          <p:nvPr/>
        </p:nvSpPr>
        <p:spPr>
          <a:xfrm rot="5400000">
            <a:off x="-3605352" y="5652265"/>
            <a:ext cx="9258579" cy="0"/>
          </a:xfrm>
          <a:prstGeom prst="line"/>
          <a:ln w="9525" cap="flat">
            <a:solidFill>
              <a:srgbClr val="2D2D2D"/>
            </a:solidFill>
            <a:prstDash val="solid"/>
            <a:headEnd type="none" w="sm" len="sm"/>
            <a:tailEnd type="none" w="sm" len="sm"/>
          </a:ln>
        </p:spPr>
      </p:sp>
      <p:sp>
        <p:nvSpPr>
          <p:cNvPr id="1048667" name="AutoShape 4"/>
          <p:cNvSpPr/>
          <p:nvPr/>
        </p:nvSpPr>
        <p:spPr>
          <a:xfrm rot="-10800000">
            <a:off x="1028700" y="1008688"/>
            <a:ext cx="17259300" cy="0"/>
          </a:xfrm>
          <a:prstGeom prst="line"/>
          <a:ln w="9525" cap="flat">
            <a:solidFill>
              <a:srgbClr val="2D2D2D"/>
            </a:solidFill>
            <a:prstDash val="solid"/>
            <a:headEnd type="none" w="sm" len="sm"/>
            <a:tailEnd type="none" w="sm" len="sm"/>
          </a:ln>
        </p:spPr>
      </p:sp>
      <p:sp>
        <p:nvSpPr>
          <p:cNvPr id="1048668" name="TextBox 5"/>
          <p:cNvSpPr txBox="1"/>
          <p:nvPr/>
        </p:nvSpPr>
        <p:spPr>
          <a:xfrm rot="0">
            <a:off x="2466956" y="4335108"/>
            <a:ext cx="11000747" cy="3204370"/>
          </a:xfrm>
          <a:prstGeom prst="rect"/>
        </p:spPr>
        <p:txBody>
          <a:bodyPr anchor="t" bIns="0" lIns="0" rIns="0" rtlCol="0" tIns="0">
            <a:spAutoFit/>
          </a:bodyPr>
          <a:p>
            <a:pPr algn="ctr">
              <a:lnSpc>
                <a:spcPts val="12364"/>
              </a:lnSpc>
            </a:pPr>
            <a:r>
              <a:rPr b="1" sz="12364" lang="en-US">
                <a:solidFill>
                  <a:srgbClr val="2D2D2D"/>
                </a:solidFill>
                <a:latin typeface="Fraunces Semi-Bold"/>
                <a:ea typeface="Fraunces Semi-Bold"/>
                <a:cs typeface="Fraunces Semi-Bold"/>
                <a:sym typeface="Fraunces Semi-Bold"/>
              </a:rPr>
              <a:t>TERIMA</a:t>
            </a:r>
          </a:p>
          <a:p>
            <a:pPr algn="ctr">
              <a:lnSpc>
                <a:spcPts val="12364"/>
              </a:lnSpc>
            </a:pPr>
            <a:r>
              <a:rPr b="1" sz="12364" lang="en-US">
                <a:solidFill>
                  <a:srgbClr val="2D2D2D"/>
                </a:solidFill>
                <a:latin typeface="Fraunces Semi-Bold"/>
                <a:ea typeface="Fraunces Semi-Bold"/>
                <a:cs typeface="Fraunces Semi-Bold"/>
                <a:sym typeface="Fraunces Semi-Bold"/>
              </a:rPr>
              <a:t>KASIH</a:t>
            </a:r>
          </a:p>
        </p:txBody>
      </p:sp>
      <p:sp>
        <p:nvSpPr>
          <p:cNvPr id="1048669" name="Freeform 6"/>
          <p:cNvSpPr/>
          <p:nvPr/>
        </p:nvSpPr>
        <p:spPr>
          <a:xfrm rot="5400000" flipH="0" flipV="0">
            <a:off x="13507075" y="5505392"/>
            <a:ext cx="6179809" cy="3382041"/>
          </a:xfrm>
          <a:custGeom>
            <a:avLst/>
            <a:ahLst/>
            <a:rect l="l" t="t" r="r" b="b"/>
            <a:pathLst>
              <a:path w="6179809" h="3382041">
                <a:moveTo>
                  <a:pt x="0" y="0"/>
                </a:moveTo>
                <a:lnTo>
                  <a:pt x="6179809" y="0"/>
                </a:lnTo>
                <a:lnTo>
                  <a:pt x="6179809" y="3382041"/>
                </a:lnTo>
                <a:lnTo>
                  <a:pt x="0" y="3382041"/>
                </a:lnTo>
                <a:lnTo>
                  <a:pt x="0" y="0"/>
                </a:lnTo>
                <a:close/>
              </a:path>
            </a:pathLst>
          </a:custGeom>
          <a:blipFill>
            <a:blip xmlns:r="http://schemas.openxmlformats.org/officeDocument/2006/relationships" r:embed="rId2"/>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itle>Rafi Rajendranata Pidekso_E41240029_TIF GOL A_WMAF</dc:title>
  <dc:creator>TECNO LH7n</dc:creator>
  <dcterms:created xsi:type="dcterms:W3CDTF">2006-08-15T10:00:00Z</dcterms:created>
  <dcterms:modified xsi:type="dcterms:W3CDTF">2026-04-01T17:47:17Z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2e5bb9e840844c1baa23df9838e89a9c</vt:lpwstr>
  </property>
</Properties>
</file>