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7" r:id="rId6"/>
    <p:sldId id="265" r:id="rId7"/>
    <p:sldId id="266" r:id="rId8"/>
    <p:sldId id="259" r:id="rId9"/>
    <p:sldId id="260" r:id="rId10"/>
    <p:sldId id="261" r:id="rId11"/>
    <p:sldId id="263" r:id="rId12"/>
    <p:sldId id="262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ublic Sans" panose="020B0604020202020204" charset="0"/>
      <p:regular r:id="rId18"/>
    </p:embeddedFont>
    <p:embeddedFont>
      <p:font typeface="Public Sans Bold" panose="020B0604020202020204" charset="0"/>
      <p:regular r:id="rId19"/>
    </p:embeddedFont>
    <p:embeddedFont>
      <p:font typeface="Public Sans Medium" panose="020B0604020202020204" charset="0"/>
      <p:regular r:id="rId20"/>
    </p:embeddedFont>
    <p:embeddedFont>
      <p:font typeface="Public Sans Thi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810" y="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8292" y="5815012"/>
            <a:ext cx="11251416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249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RIKY RIO WIRAWAN</a:t>
            </a:r>
          </a:p>
          <a:p>
            <a:pPr algn="ctr">
              <a:lnSpc>
                <a:spcPts val="3499"/>
              </a:lnSpc>
            </a:pPr>
            <a:r>
              <a:rPr lang="en-US" sz="2499" spc="249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(E41240452)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pc="250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GOLONGAN 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4235" y="3773488"/>
            <a:ext cx="1195953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 spc="-240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GESTURE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93110"/>
            <a:ext cx="10879024" cy="98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21"/>
              </a:lnSpc>
            </a:pPr>
            <a:r>
              <a:rPr lang="en-US" sz="6434" b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LATAR BELAKANG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44936"/>
            <a:ext cx="13839776" cy="783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30"/>
              </a:lnSpc>
              <a:spcBef>
                <a:spcPct val="0"/>
              </a:spcBef>
            </a:pPr>
            <a:r>
              <a:rPr lang="en-US" sz="4021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Lata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r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Belakang</a:t>
            </a: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868319" lvl="1" indent="-434160" algn="l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Perkembangan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mobile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menuntut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aplikasi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interaktif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&amp;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intuitif</a:t>
            </a: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868319" lvl="1" indent="-434160" algn="l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Gesture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merupakan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interaksi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berbasis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sentuhan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(tap, drag, scale)</a:t>
            </a:r>
          </a:p>
          <a:p>
            <a:pPr marL="868319" lvl="1" indent="-434160" algn="l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Membuat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aplikasi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:</a:t>
            </a:r>
          </a:p>
          <a:p>
            <a:pPr marL="1736639" lvl="2" indent="-578880" algn="l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hidup</a:t>
            </a: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1736639" lvl="2" indent="-578880" algn="l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responsif</a:t>
            </a: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1736639" lvl="2" indent="-578880" algn="l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menarik</a:t>
            </a: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868319" lvl="1" indent="-434160" algn="l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Flutter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GestureDetector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4021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untuk</a:t>
            </a:r>
            <a:r>
              <a:rPr lang="en-US" sz="4021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gesture</a:t>
            </a:r>
          </a:p>
          <a:p>
            <a:pPr marL="0" lvl="0" indent="0" algn="l">
              <a:lnSpc>
                <a:spcPts val="5630"/>
              </a:lnSpc>
              <a:spcBef>
                <a:spcPct val="0"/>
              </a:spcBef>
            </a:pPr>
            <a:endParaRPr lang="en-US" sz="4021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987936" y="942975"/>
            <a:ext cx="8309464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420"/>
              </a:lnSpc>
            </a:pP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</a:t>
            </a:r>
            <a:r>
              <a:rPr lang="en-US" sz="7850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Kode </a:t>
            </a: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home_page</a:t>
            </a:r>
            <a:endParaRPr lang="en-US" sz="7850" b="1" dirty="0">
              <a:solidFill>
                <a:srgbClr val="FFFFF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87936" y="3409937"/>
            <a:ext cx="5476109" cy="645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material.dart</a:t>
            </a:r>
            <a:r>
              <a:rPr lang="en-US" sz="2799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komponen</a:t>
            </a:r>
            <a:r>
              <a:rPr lang="en-US" sz="2799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UI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Import page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navigasi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halaman</a:t>
            </a: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HomePage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halaman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utama</a:t>
            </a: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GridView.builder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tampilkan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menu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GestureDetector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deteksi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tap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Navigator.push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pindah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halaman</a:t>
            </a: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AnimatedContainer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=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animasi</a:t>
            </a:r>
            <a:r>
              <a:rPr lang="en-US" sz="279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279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tampilan</a:t>
            </a: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604520" lvl="1" indent="-302260" algn="l">
              <a:lnSpc>
                <a:spcPts val="3919"/>
              </a:lnSpc>
              <a:buAutoNum type="arabicPeriod"/>
            </a:pP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8D156-BB6F-4CBF-B8BB-4CDFC5D7F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67962"/>
            <a:ext cx="5181600" cy="7951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305800" y="999021"/>
            <a:ext cx="8461864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420"/>
              </a:lnSpc>
            </a:pP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</a:t>
            </a:r>
            <a:r>
              <a:rPr lang="en-US" sz="7850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Kode </a:t>
            </a: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drag_page</a:t>
            </a:r>
            <a:endParaRPr lang="en-US" sz="7850" b="1" dirty="0">
              <a:solidFill>
                <a:srgbClr val="FFFFF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934E96-AAF4-4276-A4A6-05BA934A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99" y="1257300"/>
            <a:ext cx="4931717" cy="81563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05F673-EFE8-4D31-9138-9E22F10633C9}"/>
              </a:ext>
            </a:extLst>
          </p:cNvPr>
          <p:cNvSpPr txBox="1"/>
          <p:nvPr/>
        </p:nvSpPr>
        <p:spPr>
          <a:xfrm>
            <a:off x="8305800" y="3409937"/>
            <a:ext cx="9448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StatefulWidget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untuk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menyimpan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posisi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x, 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rgbClr val="F9FAFB"/>
                </a:solidFill>
                <a:latin typeface="Menlo"/>
              </a:rPr>
              <a:t>Stack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+ </a:t>
            </a:r>
            <a:r>
              <a:rPr lang="en-US" altLang="en-US" sz="2800" dirty="0">
                <a:solidFill>
                  <a:srgbClr val="F9FAFB"/>
                </a:solidFill>
                <a:latin typeface="Menlo"/>
              </a:rPr>
              <a:t>Positioned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untuk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memposisikan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widget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secara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absolut</a:t>
            </a:r>
            <a:endParaRPr lang="en-US" altLang="en-US" sz="2800" dirty="0">
              <a:solidFill>
                <a:srgbClr val="F9FAFB"/>
              </a:solidFill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GestureDetector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dengan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onPanUpdate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menangkap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gerakan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jari</a:t>
            </a:r>
            <a:endParaRPr lang="en-US" altLang="en-US" sz="2800" dirty="0">
              <a:solidFill>
                <a:srgbClr val="F9FAFB"/>
              </a:solidFill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Saat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digeser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, </a:t>
            </a: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setState</a:t>
            </a:r>
            <a:r>
              <a:rPr lang="en-US" altLang="en-US" sz="2800" dirty="0">
                <a:solidFill>
                  <a:srgbClr val="F9FAFB"/>
                </a:solidFill>
                <a:latin typeface="Menlo"/>
              </a:rPr>
              <a:t>()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memperbarui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posisi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x dan 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AnimatedContainer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sebagai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kotak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orange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dengan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sudut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melengkung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yang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bergerak</a:t>
            </a:r>
            <a:endParaRPr lang="en-US" altLang="en-US" sz="2800" dirty="0">
              <a:solidFill>
                <a:srgbClr val="F9FAFB"/>
              </a:solidFill>
              <a:latin typeface="quote-cjk-patch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08710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073536" y="942974"/>
            <a:ext cx="8461864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420"/>
              </a:lnSpc>
            </a:pP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</a:t>
            </a:r>
            <a:r>
              <a:rPr lang="en-US" sz="7850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Kode </a:t>
            </a: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playground_page</a:t>
            </a:r>
            <a:endParaRPr lang="en-US" sz="7850" b="1" dirty="0">
              <a:solidFill>
                <a:srgbClr val="FFFFF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77794" y="3874185"/>
            <a:ext cx="9296400" cy="3042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Tap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warna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berubah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jadi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hijau</a:t>
            </a:r>
            <a:endParaRPr lang="en-ID" sz="28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Double Tap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warna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berubah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jadi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merah</a:t>
            </a:r>
            <a:endParaRPr lang="en-ID" sz="28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Long Press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scale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membesar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jadi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2.0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Pinch (Scale)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memperbesar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/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memperkecil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objek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(range 0.5–3.0)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Drag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menggeser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posisi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objek</a:t>
            </a:r>
            <a:endParaRPr lang="en-ID" sz="28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604520" lvl="1" indent="-302260" algn="l">
              <a:lnSpc>
                <a:spcPts val="3919"/>
              </a:lnSpc>
              <a:buAutoNum type="arabicPeriod"/>
            </a:pPr>
            <a:endParaRPr lang="en-US" sz="279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9B995-4893-4F07-B132-3484523BD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5758"/>
            <a:ext cx="4191000" cy="53395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CEC62-C81A-4BDD-9072-2440D416D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794" y="4342736"/>
            <a:ext cx="3886742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8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987936" y="942975"/>
            <a:ext cx="8157064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420"/>
              </a:lnSpc>
            </a:pP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</a:t>
            </a:r>
            <a:r>
              <a:rPr lang="en-US" sz="7850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Kode </a:t>
            </a: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scale_page</a:t>
            </a:r>
            <a:endParaRPr lang="en-US" sz="7850" b="1" dirty="0">
              <a:solidFill>
                <a:srgbClr val="FFFFF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B164F-185B-44C1-8D64-03C63FD2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9298"/>
            <a:ext cx="4858428" cy="6658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CF022-ABF5-4BB8-A773-B9425F381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090168"/>
            <a:ext cx="4163006" cy="68684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2FFB5E-82D9-4DA0-95CF-FA94DF5BAF0F}"/>
              </a:ext>
            </a:extLst>
          </p:cNvPr>
          <p:cNvSpPr txBox="1"/>
          <p:nvPr/>
        </p:nvSpPr>
        <p:spPr>
          <a:xfrm>
            <a:off x="8965813" y="3081397"/>
            <a:ext cx="87125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F9FAFB"/>
                </a:solidFill>
                <a:latin typeface="quote-cjk-patch"/>
              </a:rPr>
              <a:t>Pinch (touch)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 zoom in/out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dengan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gesture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jari</a:t>
            </a:r>
            <a:endParaRPr lang="en-US" altLang="en-US" sz="2800" dirty="0">
              <a:solidFill>
                <a:srgbClr val="F9FAFB"/>
              </a:solidFill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F9FAFB"/>
                </a:solidFill>
                <a:latin typeface="quote-cjk-patch"/>
              </a:rPr>
              <a:t>Scroll (mouse/trackpad)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 zoom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dengan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gulir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menggunakan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altLang="en-US" sz="2800" dirty="0">
                <a:solidFill>
                  <a:srgbClr val="F9FAFB"/>
                </a:solidFill>
                <a:latin typeface="Menlo"/>
              </a:rPr>
              <a:t>Listener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+ </a:t>
            </a:r>
            <a:r>
              <a:rPr lang="en-US" altLang="en-US" sz="2800" dirty="0" err="1">
                <a:solidFill>
                  <a:srgbClr val="F9FAFB"/>
                </a:solidFill>
                <a:latin typeface="Menlo"/>
              </a:rPr>
              <a:t>PointerScrollEvent</a:t>
            </a:r>
            <a:endParaRPr lang="en-US" altLang="en-US" sz="2800" dirty="0">
              <a:solidFill>
                <a:srgbClr val="F9FAFB"/>
              </a:solidFill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F9FAFB"/>
                </a:solidFill>
                <a:latin typeface="quote-cjk-patch"/>
              </a:rPr>
              <a:t>Drag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 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menggeser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objek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altLang="en-US" sz="2800" dirty="0" err="1">
                <a:solidFill>
                  <a:srgbClr val="F9FAFB"/>
                </a:solidFill>
                <a:latin typeface="quote-cjk-patch"/>
              </a:rPr>
              <a:t>saat</a:t>
            </a:r>
            <a:r>
              <a:rPr lang="en-US" altLang="en-US" sz="2800" dirty="0">
                <a:solidFill>
                  <a:srgbClr val="F9FAFB"/>
                </a:solidFill>
                <a:latin typeface="quote-cjk-patch"/>
              </a:rPr>
              <a:t> zoomed in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122225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987936" y="942975"/>
            <a:ext cx="8157064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420"/>
              </a:lnSpc>
            </a:pP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</a:t>
            </a:r>
            <a:r>
              <a:rPr lang="en-US" sz="7850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Kode </a:t>
            </a:r>
            <a:r>
              <a:rPr lang="en-US" sz="7850" b="1" dirty="0" err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tap_page</a:t>
            </a:r>
            <a:endParaRPr lang="en-US" sz="7850" b="1" dirty="0">
              <a:solidFill>
                <a:srgbClr val="FFFFF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87936" y="3409937"/>
            <a:ext cx="5476109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Tap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toggle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ukuran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(150 ↔ 220) dan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warna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(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biru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↔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merah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Double Tap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warna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berubah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jadi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hijau</a:t>
            </a:r>
            <a:endParaRPr lang="en-ID" sz="28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ID" sz="2800" b="1" i="0" dirty="0">
                <a:solidFill>
                  <a:srgbClr val="F9FAFB"/>
                </a:solidFill>
                <a:effectLst/>
                <a:latin typeface="quote-cjk-patch"/>
              </a:rPr>
              <a:t>Long Press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 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ukuran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membesar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ID" sz="2800" b="0" i="0" dirty="0" err="1">
                <a:solidFill>
                  <a:srgbClr val="F9FAFB"/>
                </a:solidFill>
                <a:effectLst/>
                <a:latin typeface="quote-cjk-patch"/>
              </a:rPr>
              <a:t>jadi</a:t>
            </a:r>
            <a:r>
              <a:rPr lang="en-ID" sz="2800" b="0" i="0" dirty="0">
                <a:solidFill>
                  <a:srgbClr val="F9FAFB"/>
                </a:solidFill>
                <a:effectLst/>
                <a:latin typeface="quote-cjk-patch"/>
              </a:rPr>
              <a:t> 250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B5300-31BC-4B3F-ACD2-D813A732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85862"/>
            <a:ext cx="6416752" cy="791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0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5808145" y="2438022"/>
            <a:ext cx="1303020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</a:pPr>
            <a:r>
              <a:rPr lang="en-US" sz="7700" b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Dr</a:t>
            </a:r>
            <a:r>
              <a:rPr lang="en-US" sz="7700" b="1" u="non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ag Movement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57188" y="3896639"/>
            <a:ext cx="13724396" cy="312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nggeser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objek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di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layar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onPanUpdate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Posisi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(x, y)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diperbarui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Objek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bergerak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mengikuti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jari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algn="l">
              <a:lnSpc>
                <a:spcPts val="4954"/>
              </a:lnSpc>
            </a:pP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531823-995E-4E93-921A-D7DE9F05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82" y="497418"/>
            <a:ext cx="4324954" cy="666843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F2A058-F18B-491F-9858-B6D867342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44" y="3295558"/>
            <a:ext cx="4791744" cy="67446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7936809" y="2438022"/>
            <a:ext cx="10901536" cy="98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30"/>
              </a:lnSpc>
            </a:pPr>
            <a:r>
              <a:rPr lang="en-US" sz="6442" b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Scale Inter</a:t>
            </a:r>
            <a:r>
              <a:rPr lang="en-US" sz="6442" b="1" u="non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action (Zoom)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57188" y="3896639"/>
            <a:ext cx="13724396" cy="312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Memperb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esar / memperkecil objek</a:t>
            </a: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 onScaleUpdate</a:t>
            </a: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Berdasarkan jarak antar jari</a:t>
            </a: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Ukuran berubah secara real-time</a:t>
            </a:r>
          </a:p>
          <a:p>
            <a:pPr algn="l">
              <a:lnSpc>
                <a:spcPts val="4954"/>
              </a:lnSpc>
            </a:pPr>
            <a:endParaRPr lang="en-US" sz="3539" u="none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298919-FD95-4029-B442-5939E0DF8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66" y="103040"/>
            <a:ext cx="4801270" cy="66493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77C641-C8CF-4F72-8AB0-BCC2D2A27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181" y="3427729"/>
            <a:ext cx="4706007" cy="6535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147570" y="2629415"/>
            <a:ext cx="10901536" cy="98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30"/>
              </a:lnSpc>
            </a:pPr>
            <a:r>
              <a:rPr lang="en-US" sz="6442" b="1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Tap Inter</a:t>
            </a:r>
            <a:r>
              <a:rPr lang="en-US" sz="6442" b="1" u="none" dirty="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57188" y="3583627"/>
            <a:ext cx="13724396" cy="375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Respon</a:t>
            </a:r>
            <a:r>
              <a:rPr lang="en-US" sz="3539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saat</a:t>
            </a:r>
            <a:r>
              <a:rPr lang="en-US" sz="3539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layar</a:t>
            </a:r>
            <a:r>
              <a:rPr lang="en-US" sz="3539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dis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entuh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Awal: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kotak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kecil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(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hijau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)</a:t>
            </a: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Tap →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ukuran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membesar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&amp;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warna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berubah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onTap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+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setState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()</a:t>
            </a: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Animasi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dengan</a:t>
            </a:r>
            <a:r>
              <a:rPr lang="en-US" sz="3539" u="none" dirty="0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AnimatedContainer</a:t>
            </a: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algn="l">
              <a:lnSpc>
                <a:spcPts val="4954"/>
              </a:lnSpc>
            </a:pPr>
            <a:endParaRPr lang="en-US" sz="3539" u="none" dirty="0">
              <a:solidFill>
                <a:srgbClr val="FFFFFF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AAD50F-B604-4984-ABF2-2F3C69E3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90" y="335148"/>
            <a:ext cx="4629796" cy="64969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B75B08-E9B1-4305-9A28-D1F54436E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339" y="3583626"/>
            <a:ext cx="4648849" cy="6411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7049710" y="2619336"/>
            <a:ext cx="10901536" cy="98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30"/>
              </a:lnSpc>
            </a:pPr>
            <a:r>
              <a:rPr lang="en-US" sz="6442" b="1" u="none" dirty="0">
                <a:solidFill>
                  <a:schemeClr val="bg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</a:t>
            </a:r>
            <a:r>
              <a:rPr lang="en-US" sz="6442" b="1" dirty="0">
                <a:solidFill>
                  <a:schemeClr val="bg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esture Playground</a:t>
            </a:r>
            <a:endParaRPr lang="en-US" sz="6442" b="1" u="none" dirty="0">
              <a:solidFill>
                <a:schemeClr val="bg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57188" y="3583627"/>
            <a:ext cx="13724396" cy="250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Menganti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warna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saat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di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clik</a:t>
            </a:r>
            <a:endParaRPr lang="en-US" sz="3539" u="none" dirty="0">
              <a:solidFill>
                <a:schemeClr val="bg1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Kotak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merah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dan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hijau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endParaRPr lang="en-US" sz="3539" u="none" dirty="0">
              <a:solidFill>
                <a:schemeClr val="bg1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Clik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untuk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mengganti</a:t>
            </a:r>
            <a:r>
              <a:rPr lang="en-US" sz="3539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warna</a:t>
            </a:r>
            <a:endParaRPr lang="en-US" sz="3539" u="none" dirty="0">
              <a:solidFill>
                <a:schemeClr val="bg1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  <a:p>
            <a:pPr marL="764071" lvl="1" indent="-382035" algn="l">
              <a:lnSpc>
                <a:spcPts val="4954"/>
              </a:lnSpc>
              <a:buAutoNum type="arabicPeriod"/>
            </a:pPr>
            <a:r>
              <a:rPr lang="en-US" sz="3539" u="none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</a:t>
            </a:r>
            <a:r>
              <a:rPr lang="en-US" sz="3539" u="none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</a:t>
            </a:r>
            <a:r>
              <a:rPr lang="en-US" sz="3539" u="none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onTap</a:t>
            </a:r>
            <a:r>
              <a:rPr lang="en-US" sz="3539" u="none" dirty="0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 + </a:t>
            </a:r>
            <a:r>
              <a:rPr lang="en-US" sz="3539" dirty="0" err="1">
                <a:solidFill>
                  <a:schemeClr val="bg1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onDoubleTap</a:t>
            </a:r>
            <a:endParaRPr lang="en-US" sz="3539" u="none" dirty="0">
              <a:solidFill>
                <a:schemeClr val="bg1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3C0DC-5AE5-4FCE-B64E-E8C6417C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54" y="363727"/>
            <a:ext cx="4706007" cy="6439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BB38B0-F2A7-4DF7-BB7B-DEA97E9D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624" y="3008379"/>
            <a:ext cx="4706007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39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4235" y="3773488"/>
            <a:ext cx="1195953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 spc="-24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324</Words>
  <Application>Microsoft Office PowerPoint</Application>
  <PresentationFormat>Custom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Menlo</vt:lpstr>
      <vt:lpstr>quote-cjk-patch</vt:lpstr>
      <vt:lpstr>Public Sans Thin</vt:lpstr>
      <vt:lpstr>Public Sans Medium</vt:lpstr>
      <vt:lpstr>Calibri</vt:lpstr>
      <vt:lpstr>Public Sans</vt:lpstr>
      <vt:lpstr>Public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E41240005_ALIF FIKKRI FERNANDO_GESTURE APP</dc:title>
  <dc:creator>riky</dc:creator>
  <cp:lastModifiedBy>rickyriowirawan@gmail.com</cp:lastModifiedBy>
  <cp:revision>8</cp:revision>
  <dcterms:created xsi:type="dcterms:W3CDTF">2006-08-16T00:00:00Z</dcterms:created>
  <dcterms:modified xsi:type="dcterms:W3CDTF">2026-04-01T14:24:57Z</dcterms:modified>
  <dc:identifier>DAHFmMk8xPg</dc:identifier>
</cp:coreProperties>
</file>